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1" r:id="rId2"/>
    <p:sldId id="2563" r:id="rId3"/>
    <p:sldId id="2567" r:id="rId4"/>
    <p:sldId id="2571" r:id="rId5"/>
    <p:sldId id="2573" r:id="rId6"/>
    <p:sldId id="2575" r:id="rId7"/>
    <p:sldId id="2581" r:id="rId8"/>
    <p:sldId id="2579" r:id="rId9"/>
    <p:sldId id="258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rightTV Viewership Analytics and Growth Recommendations" id="{8CCAC2F9-5190-4ADB-9D45-AE8ED0CDA0DF}">
          <p14:sldIdLst>
            <p14:sldId id="2561"/>
          </p14:sldIdLst>
        </p14:section>
        <p14:section name="Business Context and Objectives" id="{D785351A-1335-4E95-A1A9-812F55600AC4}">
          <p14:sldIdLst>
            <p14:sldId id="2563"/>
            <p14:sldId id="2567"/>
          </p14:sldIdLst>
        </p14:section>
        <p14:section name="User and Usage Trends" id="{A0256DCE-7A8C-4059-B86A-477100AE37C4}">
          <p14:sldIdLst>
            <p14:sldId id="2571"/>
          </p14:sldIdLst>
        </p14:section>
        <p14:section name="Time-Based Consumption Patterns" id="{F51E21EA-0186-4AC0-AE9D-F86F673F85A3}">
          <p14:sldIdLst>
            <p14:sldId id="2573"/>
          </p14:sldIdLst>
        </p14:section>
        <p14:section name="Drivers of Consumption" id="{7CFB9F21-1693-420E-86C3-E15254F77D19}">
          <p14:sldIdLst>
            <p14:sldId id="2575"/>
          </p14:sldIdLst>
        </p14:section>
        <p14:section name="Subscription Growth Initiatives" id="{FC4DBCF7-67FA-4DD0-9651-C84D719AEE31}">
          <p14:sldIdLst/>
        </p14:section>
        <p14:section name="Business Impact" id="{4AC55528-BD14-411B-8FBF-582151EA7CC2}">
          <p14:sldIdLst>
            <p14:sldId id="2581"/>
          </p14:sldIdLst>
        </p14:section>
        <p14:section name="Next Steps and Implementation" id="{64D5AF9A-86C3-4EAB-BD80-E990F19DC11F}">
          <p14:sldIdLst>
            <p14:sldId id="2579"/>
          </p14:sldIdLst>
        </p14:section>
        <p14:section name="Conclusion" id="{3143CA71-1F84-40BB-B343-9732F7D0E0D9}">
          <p14:sldIdLst>
            <p14:sldId id="25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1" d="100"/>
          <a:sy n="51" d="100"/>
        </p:scale>
        <p:origin x="1232"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image" Target="../media/image10.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image" Target="../media/image10.jpeg"/></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04BE0D3-EE93-4FCB-BA5E-8AF295123A6D}" type="doc">
      <dgm:prSet loTypeId="urn:microsoft.com/office/officeart/2024/3/layout/verticalVisualTextBlock1" loCatId="Picture" qsTypeId="urn:microsoft.com/office/officeart/2005/8/quickstyle/simple4" qsCatId="simple" csTypeId="urn:microsoft.com/office/officeart/2005/8/colors/accent0_2" csCatId="mainScheme" phldr="1"/>
      <dgm:spPr/>
      <dgm:t>
        <a:bodyPr/>
        <a:lstStyle/>
        <a:p>
          <a:endParaRPr lang="en-US"/>
        </a:p>
      </dgm:t>
    </dgm:pt>
    <dgm:pt modelId="{608B9320-178D-4F33-BFE5-4DA35B862E01}">
      <dgm:prSet/>
      <dgm:spPr/>
      <dgm:t>
        <a:bodyPr/>
        <a:lstStyle/>
        <a:p>
          <a:pPr>
            <a:lnSpc>
              <a:spcPct val="100000"/>
            </a:lnSpc>
            <a:defRPr b="1"/>
          </a:pPr>
          <a:r>
            <a:rPr lang="en-US"/>
            <a:t>Evening and Night Peaks</a:t>
          </a:r>
        </a:p>
      </dgm:t>
    </dgm:pt>
    <dgm:pt modelId="{14CB7507-BC77-4624-8281-226E58091E07}" type="parTrans" cxnId="{145BA9B3-E5F1-4D36-B940-1879D22E9267}">
      <dgm:prSet/>
      <dgm:spPr/>
      <dgm:t>
        <a:bodyPr/>
        <a:lstStyle/>
        <a:p>
          <a:endParaRPr lang="en-US"/>
        </a:p>
      </dgm:t>
    </dgm:pt>
    <dgm:pt modelId="{B82CB1E2-971A-4E0D-977E-CC824C1EDCE4}" type="sibTrans" cxnId="{145BA9B3-E5F1-4D36-B940-1879D22E9267}">
      <dgm:prSet/>
      <dgm:spPr/>
      <dgm:t>
        <a:bodyPr/>
        <a:lstStyle/>
        <a:p>
          <a:pPr>
            <a:lnSpc>
              <a:spcPct val="100000"/>
            </a:lnSpc>
            <a:defRPr b="1"/>
          </a:pPr>
          <a:endParaRPr lang="en-US"/>
        </a:p>
      </dgm:t>
    </dgm:pt>
    <dgm:pt modelId="{814161CE-B9B0-4A79-8A29-5D75D64D2334}">
      <dgm:prSet/>
      <dgm:spPr/>
      <dgm:t>
        <a:bodyPr/>
        <a:lstStyle/>
        <a:p>
          <a:pPr>
            <a:lnSpc>
              <a:spcPct val="100000"/>
            </a:lnSpc>
          </a:pPr>
          <a:r>
            <a:rPr lang="en-US"/>
            <a:t>Viewership peaks during evening and night hours when users prefer longer and live content.</a:t>
          </a:r>
        </a:p>
      </dgm:t>
    </dgm:pt>
    <dgm:pt modelId="{73F34DE0-5EEC-4353-819B-DF0B69CC868F}" type="parTrans" cxnId="{FBBE0F7B-5A87-479F-B508-04CC12979076}">
      <dgm:prSet/>
      <dgm:spPr/>
      <dgm:t>
        <a:bodyPr/>
        <a:lstStyle/>
        <a:p>
          <a:endParaRPr lang="en-US"/>
        </a:p>
      </dgm:t>
    </dgm:pt>
    <dgm:pt modelId="{C601B83C-7D5F-4A34-B2ED-B3A6C39EE037}" type="sibTrans" cxnId="{FBBE0F7B-5A87-479F-B508-04CC12979076}">
      <dgm:prSet/>
      <dgm:spPr/>
      <dgm:t>
        <a:bodyPr/>
        <a:lstStyle/>
        <a:p>
          <a:endParaRPr lang="en-US"/>
        </a:p>
      </dgm:t>
    </dgm:pt>
    <dgm:pt modelId="{77CAAE69-C653-44D6-82F5-D391C7D81E9F}">
      <dgm:prSet/>
      <dgm:spPr/>
      <dgm:t>
        <a:bodyPr/>
        <a:lstStyle/>
        <a:p>
          <a:pPr>
            <a:lnSpc>
              <a:spcPct val="100000"/>
            </a:lnSpc>
            <a:defRPr b="1"/>
          </a:pPr>
          <a:r>
            <a:rPr lang="en-US"/>
            <a:t>Midday and Afternoon Lows</a:t>
          </a:r>
        </a:p>
      </dgm:t>
    </dgm:pt>
    <dgm:pt modelId="{F3E75231-0744-4AD2-97AB-27EA783E9EA9}" type="parTrans" cxnId="{5B9C12DA-83E4-41B1-8371-9E189E2B8BE3}">
      <dgm:prSet/>
      <dgm:spPr/>
      <dgm:t>
        <a:bodyPr/>
        <a:lstStyle/>
        <a:p>
          <a:endParaRPr lang="en-US"/>
        </a:p>
      </dgm:t>
    </dgm:pt>
    <dgm:pt modelId="{0C73B9C3-20A6-469C-B8F7-6500FD110506}" type="sibTrans" cxnId="{5B9C12DA-83E4-41B1-8371-9E189E2B8BE3}">
      <dgm:prSet/>
      <dgm:spPr/>
      <dgm:t>
        <a:bodyPr/>
        <a:lstStyle/>
        <a:p>
          <a:pPr>
            <a:lnSpc>
              <a:spcPct val="100000"/>
            </a:lnSpc>
            <a:defRPr b="1"/>
          </a:pPr>
          <a:endParaRPr lang="en-US"/>
        </a:p>
      </dgm:t>
    </dgm:pt>
    <dgm:pt modelId="{2EA0B44B-E67D-4841-8006-A9EC98A98CAB}">
      <dgm:prSet/>
      <dgm:spPr/>
      <dgm:t>
        <a:bodyPr/>
        <a:lstStyle/>
        <a:p>
          <a:pPr>
            <a:lnSpc>
              <a:spcPct val="100000"/>
            </a:lnSpc>
          </a:pPr>
          <a:r>
            <a:rPr lang="en-US"/>
            <a:t>Midday and early afternoon show lower consumption, offering opportunities for targeted engagement.</a:t>
          </a:r>
        </a:p>
      </dgm:t>
    </dgm:pt>
    <dgm:pt modelId="{139F9CFC-4DBF-41CD-A286-041DCBBA4E5F}" type="parTrans" cxnId="{B6A376B8-AAE3-4395-8C12-A042B04C4CF1}">
      <dgm:prSet/>
      <dgm:spPr/>
      <dgm:t>
        <a:bodyPr/>
        <a:lstStyle/>
        <a:p>
          <a:endParaRPr lang="en-US"/>
        </a:p>
      </dgm:t>
    </dgm:pt>
    <dgm:pt modelId="{4EAE4B88-23F5-4E18-A16F-DC494AD864A2}" type="sibTrans" cxnId="{B6A376B8-AAE3-4395-8C12-A042B04C4CF1}">
      <dgm:prSet/>
      <dgm:spPr/>
      <dgm:t>
        <a:bodyPr/>
        <a:lstStyle/>
        <a:p>
          <a:endParaRPr lang="en-US"/>
        </a:p>
      </dgm:t>
    </dgm:pt>
    <dgm:pt modelId="{0015A713-7033-4433-8BE6-6ED4A692CA1D}">
      <dgm:prSet/>
      <dgm:spPr/>
      <dgm:t>
        <a:bodyPr/>
        <a:lstStyle/>
        <a:p>
          <a:pPr>
            <a:lnSpc>
              <a:spcPct val="100000"/>
            </a:lnSpc>
            <a:defRPr b="1"/>
          </a:pPr>
          <a:r>
            <a:rPr lang="en-US"/>
            <a:t>Strategic Scheduling</a:t>
          </a:r>
        </a:p>
      </dgm:t>
    </dgm:pt>
    <dgm:pt modelId="{9A23283C-DC2C-40F8-97BF-8D46EC49D896}" type="parTrans" cxnId="{8670F4B1-10A0-4359-8AA8-1BFA7AA22382}">
      <dgm:prSet/>
      <dgm:spPr/>
      <dgm:t>
        <a:bodyPr/>
        <a:lstStyle/>
        <a:p>
          <a:endParaRPr lang="en-US"/>
        </a:p>
      </dgm:t>
    </dgm:pt>
    <dgm:pt modelId="{70BF2D20-A532-4DCF-8CF4-2844F2C8F265}" type="sibTrans" cxnId="{8670F4B1-10A0-4359-8AA8-1BFA7AA22382}">
      <dgm:prSet/>
      <dgm:spPr/>
      <dgm:t>
        <a:bodyPr/>
        <a:lstStyle/>
        <a:p>
          <a:endParaRPr lang="en-US"/>
        </a:p>
      </dgm:t>
    </dgm:pt>
    <dgm:pt modelId="{430306BD-2E7C-4089-972A-C54B5FB9EA44}">
      <dgm:prSet/>
      <dgm:spPr/>
      <dgm:t>
        <a:bodyPr/>
        <a:lstStyle/>
        <a:p>
          <a:pPr>
            <a:lnSpc>
              <a:spcPct val="100000"/>
            </a:lnSpc>
          </a:pPr>
          <a:r>
            <a:rPr lang="en-US"/>
            <a:t>Aligning content and promotions with viewing rhythms maximizes platform performance and engagement.</a:t>
          </a:r>
        </a:p>
      </dgm:t>
    </dgm:pt>
    <dgm:pt modelId="{2F95D8A5-FCCE-49EA-81B0-89D0069C4876}" type="parTrans" cxnId="{B8A2937A-7AB1-4F7C-B707-B8C1CA7360EA}">
      <dgm:prSet/>
      <dgm:spPr/>
      <dgm:t>
        <a:bodyPr/>
        <a:lstStyle/>
        <a:p>
          <a:endParaRPr lang="en-US"/>
        </a:p>
      </dgm:t>
    </dgm:pt>
    <dgm:pt modelId="{7E7DA09F-DB4B-499C-BE12-2608601705FE}" type="sibTrans" cxnId="{B8A2937A-7AB1-4F7C-B707-B8C1CA7360EA}">
      <dgm:prSet/>
      <dgm:spPr/>
      <dgm:t>
        <a:bodyPr/>
        <a:lstStyle/>
        <a:p>
          <a:endParaRPr lang="en-US"/>
        </a:p>
      </dgm:t>
    </dgm:pt>
    <dgm:pt modelId="{17FC0731-28D4-4F4E-A1B6-EAB657BA9F1A}" type="pres">
      <dgm:prSet presAssocID="{804BE0D3-EE93-4FCB-BA5E-8AF295123A6D}" presName="Root" presStyleCnt="0">
        <dgm:presLayoutVars>
          <dgm:dir/>
          <dgm:resizeHandles val="exact"/>
        </dgm:presLayoutVars>
      </dgm:prSet>
      <dgm:spPr/>
    </dgm:pt>
    <dgm:pt modelId="{791A83B3-10B6-4D16-B3B5-5ED963E24C06}" type="pres">
      <dgm:prSet presAssocID="{608B9320-178D-4F33-BFE5-4DA35B862E01}" presName="Composite" presStyleCnt="0"/>
      <dgm:spPr/>
    </dgm:pt>
    <dgm:pt modelId="{2D1DA738-BB9E-4DBC-B24B-0D06394088AD}" type="pres">
      <dgm:prSet presAssocID="{608B9320-178D-4F33-BFE5-4DA35B862E01}" presName="Picture" presStyleLbl="node1" presStyleIdx="0" presStyleCnt="3"/>
      <dgm:spPr>
        <a:blipFill>
          <a:blip xmlns:r="http://schemas.openxmlformats.org/officeDocument/2006/relationships" r:embed="rId1" cstate="print">
            <a:extLst>
              <a:ext uri="{28A0092B-C50C-407E-A947-70E740481C1C}">
                <a14:useLocalDpi xmlns:a14="http://schemas.microsoft.com/office/drawing/2010/main" val="0"/>
              </a:ext>
            </a:extLst>
          </a:blip>
          <a:srcRect l="33249" r="4" b="4"/>
          <a:stretch/>
        </a:blipFill>
      </dgm:spPr>
      <dgm:extLst>
        <a:ext uri="{E40237B7-FDA0-4F09-8148-C483321AD2D9}">
          <dgm14:cNvPr xmlns:dgm14="http://schemas.microsoft.com/office/drawing/2010/diagram" id="0" name="" descr="Four men watching sports"/>
        </a:ext>
      </dgm:extLst>
    </dgm:pt>
    <dgm:pt modelId="{836A324F-5F82-4DE3-B6CC-2DA17E508417}" type="pres">
      <dgm:prSet presAssocID="{608B9320-178D-4F33-BFE5-4DA35B862E01}" presName="Subtitle" presStyleLbl="revTx" presStyleIdx="0" presStyleCnt="6">
        <dgm:presLayoutVars>
          <dgm:chMax val="0"/>
          <dgm:bulletEnabled/>
        </dgm:presLayoutVars>
      </dgm:prSet>
      <dgm:spPr/>
    </dgm:pt>
    <dgm:pt modelId="{CFD0A70D-3B6C-4CCC-AEE4-E6A19B0F435A}" type="pres">
      <dgm:prSet presAssocID="{608B9320-178D-4F33-BFE5-4DA35B862E01}" presName="Description" presStyleLbl="revTx" presStyleIdx="1" presStyleCnt="6">
        <dgm:presLayoutVars>
          <dgm:bulletEnabled/>
        </dgm:presLayoutVars>
      </dgm:prSet>
      <dgm:spPr/>
    </dgm:pt>
    <dgm:pt modelId="{B26714C9-7204-4DC4-BEBD-D5A9087E5E50}" type="pres">
      <dgm:prSet presAssocID="{B82CB1E2-971A-4E0D-977E-CC824C1EDCE4}" presName="sibTrans" presStyleLbl="sibTrans2D1" presStyleIdx="0" presStyleCnt="0"/>
      <dgm:spPr/>
    </dgm:pt>
    <dgm:pt modelId="{BF8A49AA-580D-4D7C-A990-C11165C295E2}" type="pres">
      <dgm:prSet presAssocID="{77CAAE69-C653-44D6-82F5-D391C7D81E9F}" presName="Composite" presStyleCnt="0"/>
      <dgm:spPr/>
    </dgm:pt>
    <dgm:pt modelId="{E7D3A96A-87D3-47BF-961F-9AF6FDFD3C17}" type="pres">
      <dgm:prSet presAssocID="{77CAAE69-C653-44D6-82F5-D391C7D81E9F}" presName="Picture" presStyleLbl="node1" presStyleIdx="1" presStyleCnt="3"/>
      <dgm:spPr>
        <a:blipFill>
          <a:blip xmlns:r="http://schemas.openxmlformats.org/officeDocument/2006/relationships" r:embed="rId2" cstate="print">
            <a:extLst>
              <a:ext uri="{28A0092B-C50C-407E-A947-70E740481C1C}">
                <a14:useLocalDpi xmlns:a14="http://schemas.microsoft.com/office/drawing/2010/main" val="0"/>
              </a:ext>
            </a:extLst>
          </a:blip>
          <a:srcRect l="16852" r="16643" b="-8"/>
          <a:stretch/>
        </a:blipFill>
      </dgm:spPr>
      <dgm:extLst>
        <a:ext uri="{E40237B7-FDA0-4F09-8148-C483321AD2D9}">
          <dgm14:cNvPr xmlns:dgm14="http://schemas.microsoft.com/office/drawing/2010/diagram" id="0" name="" descr="Macro photgraph of a flat screen TV in an empty room. Shallow depth of field."/>
        </a:ext>
      </dgm:extLst>
    </dgm:pt>
    <dgm:pt modelId="{92C7AB1F-F000-4178-A885-272E6C5CAA76}" type="pres">
      <dgm:prSet presAssocID="{77CAAE69-C653-44D6-82F5-D391C7D81E9F}" presName="Subtitle" presStyleLbl="revTx" presStyleIdx="2" presStyleCnt="6">
        <dgm:presLayoutVars>
          <dgm:chMax val="0"/>
          <dgm:bulletEnabled/>
        </dgm:presLayoutVars>
      </dgm:prSet>
      <dgm:spPr/>
    </dgm:pt>
    <dgm:pt modelId="{F648E3EE-EAD8-40EC-96AA-F127B6FE7A16}" type="pres">
      <dgm:prSet presAssocID="{77CAAE69-C653-44D6-82F5-D391C7D81E9F}" presName="Description" presStyleLbl="revTx" presStyleIdx="3" presStyleCnt="6">
        <dgm:presLayoutVars>
          <dgm:bulletEnabled/>
        </dgm:presLayoutVars>
      </dgm:prSet>
      <dgm:spPr/>
    </dgm:pt>
    <dgm:pt modelId="{D0BE696F-5B7D-41F6-80A3-228173B1536A}" type="pres">
      <dgm:prSet presAssocID="{0C73B9C3-20A6-469C-B8F7-6500FD110506}" presName="sibTrans" presStyleLbl="sibTrans2D1" presStyleIdx="0" presStyleCnt="0"/>
      <dgm:spPr/>
    </dgm:pt>
    <dgm:pt modelId="{48590C1E-C1B7-4184-9462-1F26E3C772B9}" type="pres">
      <dgm:prSet presAssocID="{0015A713-7033-4433-8BE6-6ED4A692CA1D}" presName="Composite" presStyleCnt="0"/>
      <dgm:spPr/>
    </dgm:pt>
    <dgm:pt modelId="{9222CA38-CE10-40E9-B489-230F2F87EEB0}" type="pres">
      <dgm:prSet presAssocID="{0015A713-7033-4433-8BE6-6ED4A692CA1D}" presName="Picture" presStyleLbl="node1" presStyleIdx="2" presStyleCnt="3"/>
      <dgm:spPr>
        <a:blipFill>
          <a:blip xmlns:r="http://schemas.openxmlformats.org/officeDocument/2006/relationships" r:embed="rId3" cstate="print">
            <a:extLst>
              <a:ext uri="{28A0092B-C50C-407E-A947-70E740481C1C}">
                <a14:useLocalDpi xmlns:a14="http://schemas.microsoft.com/office/drawing/2010/main" val="0"/>
              </a:ext>
            </a:extLst>
          </a:blip>
          <a:srcRect l="6107" r="27146" b="4"/>
          <a:stretch/>
        </a:blipFill>
      </dgm:spPr>
      <dgm:extLst>
        <a:ext uri="{E40237B7-FDA0-4F09-8148-C483321AD2D9}">
          <dgm14:cNvPr xmlns:dgm14="http://schemas.microsoft.com/office/drawing/2010/diagram" id="0" name="" descr="Businesswoman using digital tablet with clock and calendar icon on blackboard"/>
        </a:ext>
      </dgm:extLst>
    </dgm:pt>
    <dgm:pt modelId="{9EB8CED7-D80A-4310-8C2D-BC5F576CB09A}" type="pres">
      <dgm:prSet presAssocID="{0015A713-7033-4433-8BE6-6ED4A692CA1D}" presName="Subtitle" presStyleLbl="revTx" presStyleIdx="4" presStyleCnt="6">
        <dgm:presLayoutVars>
          <dgm:chMax val="0"/>
          <dgm:bulletEnabled/>
        </dgm:presLayoutVars>
      </dgm:prSet>
      <dgm:spPr/>
    </dgm:pt>
    <dgm:pt modelId="{1B5EDA93-C337-477D-AD97-5368C2A62DC1}" type="pres">
      <dgm:prSet presAssocID="{0015A713-7033-4433-8BE6-6ED4A692CA1D}" presName="Description" presStyleLbl="revTx" presStyleIdx="5" presStyleCnt="6">
        <dgm:presLayoutVars>
          <dgm:bulletEnabled/>
        </dgm:presLayoutVars>
      </dgm:prSet>
      <dgm:spPr/>
    </dgm:pt>
  </dgm:ptLst>
  <dgm:cxnLst>
    <dgm:cxn modelId="{919FD745-80D6-4730-AAD3-88A2293E95D5}" type="presOf" srcId="{430306BD-2E7C-4089-972A-C54B5FB9EA44}" destId="{1B5EDA93-C337-477D-AD97-5368C2A62DC1}" srcOrd="0" destOrd="0" presId="urn:microsoft.com/office/officeart/2024/3/layout/verticalVisualTextBlock1"/>
    <dgm:cxn modelId="{702FA667-7362-4D3C-B6CB-05BFA520CA3A}" type="presOf" srcId="{2EA0B44B-E67D-4841-8006-A9EC98A98CAB}" destId="{F648E3EE-EAD8-40EC-96AA-F127B6FE7A16}" srcOrd="0" destOrd="0" presId="urn:microsoft.com/office/officeart/2024/3/layout/verticalVisualTextBlock1"/>
    <dgm:cxn modelId="{EF1C9257-C8A8-41EF-9D6B-8011CD718FFF}" type="presOf" srcId="{804BE0D3-EE93-4FCB-BA5E-8AF295123A6D}" destId="{17FC0731-28D4-4F4E-A1B6-EAB657BA9F1A}" srcOrd="0" destOrd="0" presId="urn:microsoft.com/office/officeart/2024/3/layout/verticalVisualTextBlock1"/>
    <dgm:cxn modelId="{09E6627A-D88B-4847-8AAE-CEAF61364ED3}" type="presOf" srcId="{0C73B9C3-20A6-469C-B8F7-6500FD110506}" destId="{D0BE696F-5B7D-41F6-80A3-228173B1536A}" srcOrd="0" destOrd="0" presId="urn:microsoft.com/office/officeart/2024/3/layout/verticalVisualTextBlock1"/>
    <dgm:cxn modelId="{B8A2937A-7AB1-4F7C-B707-B8C1CA7360EA}" srcId="{0015A713-7033-4433-8BE6-6ED4A692CA1D}" destId="{430306BD-2E7C-4089-972A-C54B5FB9EA44}" srcOrd="0" destOrd="0" parTransId="{2F95D8A5-FCCE-49EA-81B0-89D0069C4876}" sibTransId="{7E7DA09F-DB4B-499C-BE12-2608601705FE}"/>
    <dgm:cxn modelId="{FBBE0F7B-5A87-479F-B508-04CC12979076}" srcId="{608B9320-178D-4F33-BFE5-4DA35B862E01}" destId="{814161CE-B9B0-4A79-8A29-5D75D64D2334}" srcOrd="0" destOrd="0" parTransId="{73F34DE0-5EEC-4353-819B-DF0B69CC868F}" sibTransId="{C601B83C-7D5F-4A34-B2ED-B3A6C39EE037}"/>
    <dgm:cxn modelId="{AEA2158A-1CBB-4CED-9239-57F28F72DB26}" type="presOf" srcId="{608B9320-178D-4F33-BFE5-4DA35B862E01}" destId="{836A324F-5F82-4DE3-B6CC-2DA17E508417}" srcOrd="0" destOrd="0" presId="urn:microsoft.com/office/officeart/2024/3/layout/verticalVisualTextBlock1"/>
    <dgm:cxn modelId="{8670F4B1-10A0-4359-8AA8-1BFA7AA22382}" srcId="{804BE0D3-EE93-4FCB-BA5E-8AF295123A6D}" destId="{0015A713-7033-4433-8BE6-6ED4A692CA1D}" srcOrd="2" destOrd="0" parTransId="{9A23283C-DC2C-40F8-97BF-8D46EC49D896}" sibTransId="{70BF2D20-A532-4DCF-8CF4-2844F2C8F265}"/>
    <dgm:cxn modelId="{145BA9B3-E5F1-4D36-B940-1879D22E9267}" srcId="{804BE0D3-EE93-4FCB-BA5E-8AF295123A6D}" destId="{608B9320-178D-4F33-BFE5-4DA35B862E01}" srcOrd="0" destOrd="0" parTransId="{14CB7507-BC77-4624-8281-226E58091E07}" sibTransId="{B82CB1E2-971A-4E0D-977E-CC824C1EDCE4}"/>
    <dgm:cxn modelId="{B6A376B8-AAE3-4395-8C12-A042B04C4CF1}" srcId="{77CAAE69-C653-44D6-82F5-D391C7D81E9F}" destId="{2EA0B44B-E67D-4841-8006-A9EC98A98CAB}" srcOrd="0" destOrd="0" parTransId="{139F9CFC-4DBF-41CD-A286-041DCBBA4E5F}" sibTransId="{4EAE4B88-23F5-4E18-A16F-DC494AD864A2}"/>
    <dgm:cxn modelId="{559AC9BC-4BF6-4CC9-B48C-8DE1125180CC}" type="presOf" srcId="{814161CE-B9B0-4A79-8A29-5D75D64D2334}" destId="{CFD0A70D-3B6C-4CCC-AEE4-E6A19B0F435A}" srcOrd="0" destOrd="0" presId="urn:microsoft.com/office/officeart/2024/3/layout/verticalVisualTextBlock1"/>
    <dgm:cxn modelId="{5B9C12DA-83E4-41B1-8371-9E189E2B8BE3}" srcId="{804BE0D3-EE93-4FCB-BA5E-8AF295123A6D}" destId="{77CAAE69-C653-44D6-82F5-D391C7D81E9F}" srcOrd="1" destOrd="0" parTransId="{F3E75231-0744-4AD2-97AB-27EA783E9EA9}" sibTransId="{0C73B9C3-20A6-469C-B8F7-6500FD110506}"/>
    <dgm:cxn modelId="{607E10EB-E280-4D22-804B-3816A1B7898D}" type="presOf" srcId="{77CAAE69-C653-44D6-82F5-D391C7D81E9F}" destId="{92C7AB1F-F000-4178-A885-272E6C5CAA76}" srcOrd="0" destOrd="0" presId="urn:microsoft.com/office/officeart/2024/3/layout/verticalVisualTextBlock1"/>
    <dgm:cxn modelId="{B53194EB-33CD-451A-8497-5BB00EA3888C}" type="presOf" srcId="{0015A713-7033-4433-8BE6-6ED4A692CA1D}" destId="{9EB8CED7-D80A-4310-8C2D-BC5F576CB09A}" srcOrd="0" destOrd="0" presId="urn:microsoft.com/office/officeart/2024/3/layout/verticalVisualTextBlock1"/>
    <dgm:cxn modelId="{480047FA-6C1D-48AE-A4FC-40A5AA18726C}" type="presOf" srcId="{B82CB1E2-971A-4E0D-977E-CC824C1EDCE4}" destId="{B26714C9-7204-4DC4-BEBD-D5A9087E5E50}" srcOrd="0" destOrd="0" presId="urn:microsoft.com/office/officeart/2024/3/layout/verticalVisualTextBlock1"/>
    <dgm:cxn modelId="{48E4064E-992A-4A00-9F74-FCD2218E4DA6}" type="presParOf" srcId="{17FC0731-28D4-4F4E-A1B6-EAB657BA9F1A}" destId="{791A83B3-10B6-4D16-B3B5-5ED963E24C06}" srcOrd="0" destOrd="0" presId="urn:microsoft.com/office/officeart/2024/3/layout/verticalVisualTextBlock1"/>
    <dgm:cxn modelId="{F9C51098-F755-4E38-8D26-7B20D9BA0B44}" type="presParOf" srcId="{791A83B3-10B6-4D16-B3B5-5ED963E24C06}" destId="{2D1DA738-BB9E-4DBC-B24B-0D06394088AD}" srcOrd="0" destOrd="0" presId="urn:microsoft.com/office/officeart/2024/3/layout/verticalVisualTextBlock1"/>
    <dgm:cxn modelId="{608281D8-03AA-4B63-A6D1-2FD871F7F288}" type="presParOf" srcId="{791A83B3-10B6-4D16-B3B5-5ED963E24C06}" destId="{836A324F-5F82-4DE3-B6CC-2DA17E508417}" srcOrd="1" destOrd="0" presId="urn:microsoft.com/office/officeart/2024/3/layout/verticalVisualTextBlock1"/>
    <dgm:cxn modelId="{B77C48C0-61CB-465B-830A-DC7B32C1D88D}" type="presParOf" srcId="{791A83B3-10B6-4D16-B3B5-5ED963E24C06}" destId="{CFD0A70D-3B6C-4CCC-AEE4-E6A19B0F435A}" srcOrd="2" destOrd="0" presId="urn:microsoft.com/office/officeart/2024/3/layout/verticalVisualTextBlock1"/>
    <dgm:cxn modelId="{7BE8E70E-F046-4A42-A217-A520B9524ACE}" type="presParOf" srcId="{17FC0731-28D4-4F4E-A1B6-EAB657BA9F1A}" destId="{B26714C9-7204-4DC4-BEBD-D5A9087E5E50}" srcOrd="1" destOrd="0" presId="urn:microsoft.com/office/officeart/2024/3/layout/verticalVisualTextBlock1"/>
    <dgm:cxn modelId="{490D326A-FBD1-45F1-BA1A-7FB229F231B2}" type="presParOf" srcId="{17FC0731-28D4-4F4E-A1B6-EAB657BA9F1A}" destId="{BF8A49AA-580D-4D7C-A990-C11165C295E2}" srcOrd="2" destOrd="0" presId="urn:microsoft.com/office/officeart/2024/3/layout/verticalVisualTextBlock1"/>
    <dgm:cxn modelId="{F685CEE2-2932-421B-A160-6396315060C6}" type="presParOf" srcId="{BF8A49AA-580D-4D7C-A990-C11165C295E2}" destId="{E7D3A96A-87D3-47BF-961F-9AF6FDFD3C17}" srcOrd="0" destOrd="0" presId="urn:microsoft.com/office/officeart/2024/3/layout/verticalVisualTextBlock1"/>
    <dgm:cxn modelId="{7A81A54B-5B7B-428F-A328-36E10F000609}" type="presParOf" srcId="{BF8A49AA-580D-4D7C-A990-C11165C295E2}" destId="{92C7AB1F-F000-4178-A885-272E6C5CAA76}" srcOrd="1" destOrd="0" presId="urn:microsoft.com/office/officeart/2024/3/layout/verticalVisualTextBlock1"/>
    <dgm:cxn modelId="{4D1D8FF0-F81C-4FBB-B2A8-91431C93591D}" type="presParOf" srcId="{BF8A49AA-580D-4D7C-A990-C11165C295E2}" destId="{F648E3EE-EAD8-40EC-96AA-F127B6FE7A16}" srcOrd="2" destOrd="0" presId="urn:microsoft.com/office/officeart/2024/3/layout/verticalVisualTextBlock1"/>
    <dgm:cxn modelId="{2E68FB9E-35FF-47A3-BC52-AC95DC327493}" type="presParOf" srcId="{17FC0731-28D4-4F4E-A1B6-EAB657BA9F1A}" destId="{D0BE696F-5B7D-41F6-80A3-228173B1536A}" srcOrd="3" destOrd="0" presId="urn:microsoft.com/office/officeart/2024/3/layout/verticalVisualTextBlock1"/>
    <dgm:cxn modelId="{6C61F49B-87C8-4D29-AF49-1668B19A51A3}" type="presParOf" srcId="{17FC0731-28D4-4F4E-A1B6-EAB657BA9F1A}" destId="{48590C1E-C1B7-4184-9462-1F26E3C772B9}" srcOrd="4" destOrd="0" presId="urn:microsoft.com/office/officeart/2024/3/layout/verticalVisualTextBlock1"/>
    <dgm:cxn modelId="{CC3B2966-4CA8-4984-A8FF-17C83F5FF86B}" type="presParOf" srcId="{48590C1E-C1B7-4184-9462-1F26E3C772B9}" destId="{9222CA38-CE10-40E9-B489-230F2F87EEB0}" srcOrd="0" destOrd="0" presId="urn:microsoft.com/office/officeart/2024/3/layout/verticalVisualTextBlock1"/>
    <dgm:cxn modelId="{6C100FA2-F81F-4BEC-AD36-456143DC7EE8}" type="presParOf" srcId="{48590C1E-C1B7-4184-9462-1F26E3C772B9}" destId="{9EB8CED7-D80A-4310-8C2D-BC5F576CB09A}" srcOrd="1" destOrd="0" presId="urn:microsoft.com/office/officeart/2024/3/layout/verticalVisualTextBlock1"/>
    <dgm:cxn modelId="{02EA0CA7-8FBD-4E6E-9CD2-B2399B6F35C2}" type="presParOf" srcId="{48590C1E-C1B7-4184-9462-1F26E3C772B9}" destId="{1B5EDA93-C337-477D-AD97-5368C2A62DC1}"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1DA738-BB9E-4DBC-B24B-0D06394088AD}">
      <dsp:nvSpPr>
        <dsp:cNvPr id="0" name=""/>
        <dsp:cNvSpPr/>
      </dsp:nvSpPr>
      <dsp:spPr>
        <a:xfrm>
          <a:off x="0" y="0"/>
          <a:ext cx="1320259" cy="1320259"/>
        </a:xfrm>
        <a:prstGeom prst="rect">
          <a:avLst/>
        </a:prstGeom>
        <a:blipFill>
          <a:blip xmlns:r="http://schemas.openxmlformats.org/officeDocument/2006/relationships" r:embed="rId1" cstate="print">
            <a:extLst>
              <a:ext uri="{28A0092B-C50C-407E-A947-70E740481C1C}">
                <a14:useLocalDpi xmlns:a14="http://schemas.microsoft.com/office/drawing/2010/main" val="0"/>
              </a:ext>
            </a:extLst>
          </a:blip>
          <a:srcRect l="33249" r="4" b="4"/>
          <a:stretch/>
        </a:blipFill>
        <a:ln>
          <a:noFill/>
        </a:ln>
        <a:effectLst/>
      </dsp:spPr>
      <dsp:style>
        <a:lnRef idx="0">
          <a:scrgbClr r="0" g="0" b="0"/>
        </a:lnRef>
        <a:fillRef idx="3">
          <a:scrgbClr r="0" g="0" b="0"/>
        </a:fillRef>
        <a:effectRef idx="2">
          <a:scrgbClr r="0" g="0" b="0"/>
        </a:effectRef>
        <a:fontRef idx="minor">
          <a:schemeClr val="lt1"/>
        </a:fontRef>
      </dsp:style>
    </dsp:sp>
    <dsp:sp modelId="{836A324F-5F82-4DE3-B6CC-2DA17E508417}">
      <dsp:nvSpPr>
        <dsp:cNvPr id="0" name=""/>
        <dsp:cNvSpPr/>
      </dsp:nvSpPr>
      <dsp:spPr>
        <a:xfrm>
          <a:off x="1500259" y="0"/>
          <a:ext cx="9015340" cy="3491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Evening and Night Peaks</a:t>
          </a:r>
        </a:p>
      </dsp:txBody>
      <dsp:txXfrm>
        <a:off x="1500259" y="0"/>
        <a:ext cx="9015340" cy="349157"/>
      </dsp:txXfrm>
    </dsp:sp>
    <dsp:sp modelId="{CFD0A70D-3B6C-4CCC-AEE4-E6A19B0F435A}">
      <dsp:nvSpPr>
        <dsp:cNvPr id="0" name=""/>
        <dsp:cNvSpPr/>
      </dsp:nvSpPr>
      <dsp:spPr>
        <a:xfrm>
          <a:off x="1500259" y="349157"/>
          <a:ext cx="9015340" cy="9711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Viewership peaks during evening and night hours when users prefer longer and live content.</a:t>
          </a:r>
        </a:p>
      </dsp:txBody>
      <dsp:txXfrm>
        <a:off x="1500259" y="349157"/>
        <a:ext cx="9015340" cy="971101"/>
      </dsp:txXfrm>
    </dsp:sp>
    <dsp:sp modelId="{E7D3A96A-87D3-47BF-961F-9AF6FDFD3C17}">
      <dsp:nvSpPr>
        <dsp:cNvPr id="0" name=""/>
        <dsp:cNvSpPr/>
      </dsp:nvSpPr>
      <dsp:spPr>
        <a:xfrm>
          <a:off x="0" y="1425880"/>
          <a:ext cx="1320259" cy="1320259"/>
        </a:xfrm>
        <a:prstGeom prst="rect">
          <a:avLst/>
        </a:prstGeom>
        <a:blipFill>
          <a:blip xmlns:r="http://schemas.openxmlformats.org/officeDocument/2006/relationships" r:embed="rId2" cstate="print">
            <a:extLst>
              <a:ext uri="{28A0092B-C50C-407E-A947-70E740481C1C}">
                <a14:useLocalDpi xmlns:a14="http://schemas.microsoft.com/office/drawing/2010/main" val="0"/>
              </a:ext>
            </a:extLst>
          </a:blip>
          <a:srcRect l="16852" r="16643" b="-8"/>
          <a:stretch/>
        </a:blipFill>
        <a:ln>
          <a:noFill/>
        </a:ln>
        <a:effectLst/>
      </dsp:spPr>
      <dsp:style>
        <a:lnRef idx="0">
          <a:scrgbClr r="0" g="0" b="0"/>
        </a:lnRef>
        <a:fillRef idx="3">
          <a:scrgbClr r="0" g="0" b="0"/>
        </a:fillRef>
        <a:effectRef idx="2">
          <a:scrgbClr r="0" g="0" b="0"/>
        </a:effectRef>
        <a:fontRef idx="minor">
          <a:schemeClr val="lt1"/>
        </a:fontRef>
      </dsp:style>
    </dsp:sp>
    <dsp:sp modelId="{92C7AB1F-F000-4178-A885-272E6C5CAA76}">
      <dsp:nvSpPr>
        <dsp:cNvPr id="0" name=""/>
        <dsp:cNvSpPr/>
      </dsp:nvSpPr>
      <dsp:spPr>
        <a:xfrm>
          <a:off x="1500259" y="1425880"/>
          <a:ext cx="9015340" cy="3491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Midday and Afternoon Lows</a:t>
          </a:r>
        </a:p>
      </dsp:txBody>
      <dsp:txXfrm>
        <a:off x="1500259" y="1425880"/>
        <a:ext cx="9015340" cy="349157"/>
      </dsp:txXfrm>
    </dsp:sp>
    <dsp:sp modelId="{F648E3EE-EAD8-40EC-96AA-F127B6FE7A16}">
      <dsp:nvSpPr>
        <dsp:cNvPr id="0" name=""/>
        <dsp:cNvSpPr/>
      </dsp:nvSpPr>
      <dsp:spPr>
        <a:xfrm>
          <a:off x="1500259" y="1775038"/>
          <a:ext cx="9015340" cy="9711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Midday and early afternoon show lower consumption, offering opportunities for targeted engagement.</a:t>
          </a:r>
        </a:p>
      </dsp:txBody>
      <dsp:txXfrm>
        <a:off x="1500259" y="1775038"/>
        <a:ext cx="9015340" cy="971101"/>
      </dsp:txXfrm>
    </dsp:sp>
    <dsp:sp modelId="{9222CA38-CE10-40E9-B489-230F2F87EEB0}">
      <dsp:nvSpPr>
        <dsp:cNvPr id="0" name=""/>
        <dsp:cNvSpPr/>
      </dsp:nvSpPr>
      <dsp:spPr>
        <a:xfrm>
          <a:off x="0" y="2851760"/>
          <a:ext cx="1320259" cy="1320259"/>
        </a:xfrm>
        <a:prstGeom prst="rect">
          <a:avLst/>
        </a:prstGeom>
        <a:blipFill>
          <a:blip xmlns:r="http://schemas.openxmlformats.org/officeDocument/2006/relationships" r:embed="rId3" cstate="print">
            <a:extLst>
              <a:ext uri="{28A0092B-C50C-407E-A947-70E740481C1C}">
                <a14:useLocalDpi xmlns:a14="http://schemas.microsoft.com/office/drawing/2010/main" val="0"/>
              </a:ext>
            </a:extLst>
          </a:blip>
          <a:srcRect l="6107" r="27146" b="4"/>
          <a:stretch/>
        </a:blipFill>
        <a:ln>
          <a:noFill/>
        </a:ln>
        <a:effectLst/>
      </dsp:spPr>
      <dsp:style>
        <a:lnRef idx="0">
          <a:scrgbClr r="0" g="0" b="0"/>
        </a:lnRef>
        <a:fillRef idx="3">
          <a:scrgbClr r="0" g="0" b="0"/>
        </a:fillRef>
        <a:effectRef idx="2">
          <a:scrgbClr r="0" g="0" b="0"/>
        </a:effectRef>
        <a:fontRef idx="minor">
          <a:schemeClr val="lt1"/>
        </a:fontRef>
      </dsp:style>
    </dsp:sp>
    <dsp:sp modelId="{9EB8CED7-D80A-4310-8C2D-BC5F576CB09A}">
      <dsp:nvSpPr>
        <dsp:cNvPr id="0" name=""/>
        <dsp:cNvSpPr/>
      </dsp:nvSpPr>
      <dsp:spPr>
        <a:xfrm>
          <a:off x="1500259" y="2851760"/>
          <a:ext cx="9015340" cy="3491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Strategic Scheduling</a:t>
          </a:r>
        </a:p>
      </dsp:txBody>
      <dsp:txXfrm>
        <a:off x="1500259" y="2851760"/>
        <a:ext cx="9015340" cy="349157"/>
      </dsp:txXfrm>
    </dsp:sp>
    <dsp:sp modelId="{1B5EDA93-C337-477D-AD97-5368C2A62DC1}">
      <dsp:nvSpPr>
        <dsp:cNvPr id="0" name=""/>
        <dsp:cNvSpPr/>
      </dsp:nvSpPr>
      <dsp:spPr>
        <a:xfrm>
          <a:off x="1500259" y="3200918"/>
          <a:ext cx="9015340" cy="9711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Aligning content and promotions with viewing rhythms maximizes platform performance and engagement.</a:t>
          </a:r>
        </a:p>
      </dsp:txBody>
      <dsp:txXfrm>
        <a:off x="1500259" y="3200918"/>
        <a:ext cx="9015340" cy="971101"/>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70EE7E-8EC1-451D-B401-5AE8A0B677D8}" type="datetimeFigureOut">
              <a:t>4/15/2026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2A105B-01A7-438F-8858-03663B3B07F7}" type="slidenum">
              <a:t>‹#›</a:t>
            </a:fld>
            <a:endParaRPr lang="en-US"/>
          </a:p>
        </p:txBody>
      </p:sp>
    </p:spTree>
    <p:extLst>
      <p:ext uri="{BB962C8B-B14F-4D97-AF65-F5344CB8AC3E}">
        <p14:creationId xmlns:p14="http://schemas.microsoft.com/office/powerpoint/2010/main" val="41393078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85F02261-AC18-4C6F-9508-7467AF276DB6}" type="slidenum">
              <a:t>1</a:t>
            </a:fld>
            <a:endParaRPr lang="en-US"/>
          </a:p>
        </p:txBody>
      </p:sp>
    </p:spTree>
    <p:extLst>
      <p:ext uri="{BB962C8B-B14F-4D97-AF65-F5344CB8AC3E}">
        <p14:creationId xmlns:p14="http://schemas.microsoft.com/office/powerpoint/2010/main" val="33228153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https://firsttechgauteng-my.sharepoint.com/personal/lesegop_firsttech_co_za/Documents/Microsoft%20Copilot%20Chat%20Files/1774379193157_BrightTV_Case_Study.pdf
This presentation focuses on a strategic viewership analytics case study conducted for BrightTV, with the primary objective of supporting the CEO’s goal to grow the company’s subscription base within the current financial year. BrightTV operates in a competitive digital television and streaming environment where subscriber acquisition and retention are strongly influenced by content relevance, viewing convenience, and perceived value. As customer acquisition costs rise across the industry, improving engagement among existing users becomes a critical lever for sustainable growth. The Customer Value Management (CVM) team plays a central role in this effort by using data to understand viewer behaviour and design targeted initiatives that increase lifetime value.
The analysis uses detailed viewership session data combined with user profile information to identify patterns in how subscribers consume content. Each viewing session represents a discrete interaction between the user and the platform, allowing for granular analysis of content type, duration, timing, and frequency. By linking this behavioural data with demographic attributes such as age, gender, and province, the analysis moves beyond surface-level metrics and provides actionable insights into who is watching, what they are watching, and when they are most engaged.
The ultimate purpose of this work is not only to describe existing trends, but to translate insights into practical recommendations that can directly improve the BrightTV station. These include optimising content scheduling, enhancing personalisation, increasing off-peak engagement, and strengthening content offerings that resonate with key audience segments. By aligning analytical insights with strategic decision-making, the presentation demonstrates how data can be used as a growth engine to drive higher engagement, reduce churn, and ultimately increase subscriptions in a measurable and sustainable way.
</a:t>
            </a:r>
          </a:p>
        </p:txBody>
      </p:sp>
      <p:sp>
        <p:nvSpPr>
          <p:cNvPr id="4" name="Slide Number Placeholder 3"/>
          <p:cNvSpPr>
            <a:spLocks noGrp="1"/>
          </p:cNvSpPr>
          <p:nvPr>
            <p:ph type="sldNum" sz="quarter" idx="5"/>
          </p:nvPr>
        </p:nvSpPr>
        <p:spPr/>
        <p:txBody>
          <a:bodyPr/>
          <a:lstStyle/>
          <a:p>
            <a:fld id="{85F02261-AC18-4C6F-9508-7467AF276DB6}" type="slidenum">
              <a:t>2</a:t>
            </a:fld>
            <a:endParaRPr lang="en-US"/>
          </a:p>
        </p:txBody>
      </p:sp>
    </p:spTree>
    <p:extLst>
      <p:ext uri="{BB962C8B-B14F-4D97-AF65-F5344CB8AC3E}">
        <p14:creationId xmlns:p14="http://schemas.microsoft.com/office/powerpoint/2010/main" val="8385617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firsttechgauteng-my.sharepoint.com/personal/lesegop_firsttech_co_za/_layouts/15/Doc.aspx?sourcedoc=%7B3EAC8B3A-4182-4B19-8DEA-56E890353B8C%7D&amp;file=Viewership.xlsx&amp;action=default&amp;mobileredirect=true,https://firsttechgauteng-my.sharepoint.com/personal/lesegop_firsttech_co_za/_layouts/15/Doc.aspx?sourcedoc=%7BDB0C8EC0-EF20-44AA-BFF1-D48F437DD4B8%7D&amp;file=User%20Profiles.xlsx&amp;action=default&amp;mobileredirect=true
The analysis is built on two primary data sources provided by BrightTV: the viewership dataset and the user profiles dataset. The viewership data captures individual viewing sessions, with each record representing a single instance of a subscriber consuming content on the platform. Key fields include the user identifier, channel or content name, session start time, and viewing duration. This session-level structure enables detailed analysis of consumption intensity, frequency, and timing across the subscriber base.
The user profiles dataset complements the behavioural data by providing demographic and contextual information about subscribers. Attributes such as age, gender, and province allow the analysis to segment users and identify differences in viewing behaviour across population groups. When combined with viewership data, these profiles enable BrightTV to move from generic insights to targeted strategies, such as tailoring content offerings to specific age groups or regional preferences.
An important consideration in the data preparation process is the handling of time and date fields. All timestamps in the source data are supplied in Coordinated Universal Time (UTC) and must be converted to South African local time to ensure accurate analysis of daily and hourly viewing patterns. Proper data cleaning and validation steps, including null checks and format verification, are essential to maintain data integrity. By ensuring that the datasets are accurately prepared and correctly joined, the analysis provides a reliable foundation for generating insights and recommendations that can confidently inform business decisions.
</a:t>
            </a:r>
          </a:p>
        </p:txBody>
      </p:sp>
      <p:sp>
        <p:nvSpPr>
          <p:cNvPr id="4" name="Slide Number Placeholder 3"/>
          <p:cNvSpPr>
            <a:spLocks noGrp="1"/>
          </p:cNvSpPr>
          <p:nvPr>
            <p:ph type="sldNum" sz="quarter" idx="5"/>
          </p:nvPr>
        </p:nvSpPr>
        <p:spPr/>
        <p:txBody>
          <a:bodyPr/>
          <a:lstStyle/>
          <a:p>
            <a:fld id="{85F02261-AC18-4C6F-9508-7467AF276DB6}" type="slidenum">
              <a:t>3</a:t>
            </a:fld>
            <a:endParaRPr lang="en-US"/>
          </a:p>
        </p:txBody>
      </p:sp>
    </p:spTree>
    <p:extLst>
      <p:ext uri="{BB962C8B-B14F-4D97-AF65-F5344CB8AC3E}">
        <p14:creationId xmlns:p14="http://schemas.microsoft.com/office/powerpoint/2010/main" val="33661315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Analysis of user and usage trends reveals several important patterns in how subscribers interact with the BrightTV platform. One notable trend is the strong engagement with live events and popular entertainment content, which consistently attract higher viewing durations and repeat sessions. This suggests that real-time or event-driven programming plays a significant role in driving user engagement and should be considered a strategic asset for the platform.
The session-based nature of the data also highlights that many users engage in short, frequent viewing sessions rather than long, continuous viewing periods. This behaviour aligns with modern digital consumption habits, where users dip in and out of content throughout the day. Understanding this pattern is essential for optimising content formats, such as offering highlights, recaps, or short-form programming that fits naturally into these consumption windows.
Additionally, the analysis indicates variation in engagement levels across different user segments. Certain demographic groups exhibit higher overall activity and longer average viewing times, suggesting opportunities for targeted retention strategies. By identifying which users are most engaged and what content drives that engagement, BrightTV can prioritise investments in programming and features that reinforce positive viewing habits and encourage continued platform usage.</a:t>
            </a:r>
          </a:p>
        </p:txBody>
      </p:sp>
      <p:sp>
        <p:nvSpPr>
          <p:cNvPr id="4" name="Slide Number Placeholder 3"/>
          <p:cNvSpPr>
            <a:spLocks noGrp="1"/>
          </p:cNvSpPr>
          <p:nvPr>
            <p:ph type="sldNum" sz="quarter" idx="5"/>
          </p:nvPr>
        </p:nvSpPr>
        <p:spPr/>
        <p:txBody>
          <a:bodyPr/>
          <a:lstStyle/>
          <a:p>
            <a:fld id="{85F02261-AC18-4C6F-9508-7467AF276DB6}" type="slidenum">
              <a:t>4</a:t>
            </a:fld>
            <a:endParaRPr lang="en-US"/>
          </a:p>
        </p:txBody>
      </p:sp>
    </p:spTree>
    <p:extLst>
      <p:ext uri="{BB962C8B-B14F-4D97-AF65-F5344CB8AC3E}">
        <p14:creationId xmlns:p14="http://schemas.microsoft.com/office/powerpoint/2010/main" val="14915413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Time-based analysis shows clear patterns in when BrightTV subscribers are most and least active. Viewership peaks during the evening and night hours, reflecting typical post-work and leisure-time consumption behaviour. During these periods, users are more likely to engage with longer content and live programming, making them ideal windows for premier content and high-impact scheduling.
In contrast, midday and early afternoon periods show significantly lower consumption levels. While this may partly reflect work and school commitments, it also represents an opportunity for BrightTV to stimulate additional engagement through targeted strategies. For example, promoting short-form content, replays, or background viewing options during these quieter periods could help increase overall platform utilisation.
Understanding these temporal dynamics is critical for improving the TV station’s performance. By aligning content scheduling and promotions with natural viewing rhythms, BrightTV can maximise the return on its content investments. Furthermore, identifying underutilised time slots enables the CVM team to design interventions specifically aimed at smoothing demand across the day, rather than relying solely on already-strong peak periods.</a:t>
            </a:r>
          </a:p>
        </p:txBody>
      </p:sp>
      <p:sp>
        <p:nvSpPr>
          <p:cNvPr id="4" name="Slide Number Placeholder 3"/>
          <p:cNvSpPr>
            <a:spLocks noGrp="1"/>
          </p:cNvSpPr>
          <p:nvPr>
            <p:ph type="sldNum" sz="quarter" idx="5"/>
          </p:nvPr>
        </p:nvSpPr>
        <p:spPr/>
        <p:txBody>
          <a:bodyPr/>
          <a:lstStyle/>
          <a:p>
            <a:fld id="{85F02261-AC18-4C6F-9508-7467AF276DB6}" type="slidenum">
              <a:t>5</a:t>
            </a:fld>
            <a:endParaRPr lang="en-US"/>
          </a:p>
        </p:txBody>
      </p:sp>
    </p:spTree>
    <p:extLst>
      <p:ext uri="{BB962C8B-B14F-4D97-AF65-F5344CB8AC3E}">
        <p14:creationId xmlns:p14="http://schemas.microsoft.com/office/powerpoint/2010/main" val="19640925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Several key factors influence how and when subscribers consume content on BrightTV. Time of day is a primary driver, with clear differences in viewing behaviour between peak and off-peak periods. Content type is another major factor, as live events, sports, and entertainment programming tend to generate higher engagement than generic or filler content.
Demographic characteristics also play an important role in shaping consumption patterns. Age groups differ in their preferred content types and viewing times, while geographic factors such as province may influence access patterns and content relevance. These differences highlight the importance of moving away from a one-size-fits-all programming strategy toward a more segmented and personalised approach.
By understanding the interaction between these factors, BrightTV can make more informed decisions about content acquisition, scheduling, and promotion. Rather than relying on intuition, the platform can use data-driven insights to prioritise initiatives that align with actual viewer preferences and behaviours, ultimately improving engagement and supporting subscription growth.</a:t>
            </a:r>
          </a:p>
        </p:txBody>
      </p:sp>
      <p:sp>
        <p:nvSpPr>
          <p:cNvPr id="4" name="Slide Number Placeholder 3"/>
          <p:cNvSpPr>
            <a:spLocks noGrp="1"/>
          </p:cNvSpPr>
          <p:nvPr>
            <p:ph type="sldNum" sz="quarter" idx="5"/>
          </p:nvPr>
        </p:nvSpPr>
        <p:spPr/>
        <p:txBody>
          <a:bodyPr/>
          <a:lstStyle/>
          <a:p>
            <a:fld id="{85F02261-AC18-4C6F-9508-7467AF276DB6}" type="slidenum">
              <a:t>6</a:t>
            </a:fld>
            <a:endParaRPr lang="en-US"/>
          </a:p>
        </p:txBody>
      </p:sp>
    </p:spTree>
    <p:extLst>
      <p:ext uri="{BB962C8B-B14F-4D97-AF65-F5344CB8AC3E}">
        <p14:creationId xmlns:p14="http://schemas.microsoft.com/office/powerpoint/2010/main" val="14965052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Implementing the recommended strategies is expected to deliver measurable business impact for BrightTV. Improved content scheduling and personalisation should lead to higher average viewing durations and increased session frequency, indicating stronger engagement. As users find more relevant and timely content, their overall satisfaction with the platform is likely to increase.
Higher engagement typically translates into improved retention, as subscribers who regularly find value in the service are less likely to churn. By addressing both peak and off-peak usage, BrightTV can create a more balanced and resilient engagement profile, reducing reliance on a narrow set of high-performing periods or content types.
Over time, these improvements support the CEO’s subscription growth objective by strengthening the core value proposition of the BrightTV station. Engaged and satisfied users are more likely to remain subscribers, recommend the service to others, and respond positively to upsell or cross-sell initiatives, creating a virtuous cycle of growth.</a:t>
            </a:r>
          </a:p>
        </p:txBody>
      </p:sp>
      <p:sp>
        <p:nvSpPr>
          <p:cNvPr id="4" name="Slide Number Placeholder 3"/>
          <p:cNvSpPr>
            <a:spLocks noGrp="1"/>
          </p:cNvSpPr>
          <p:nvPr>
            <p:ph type="sldNum" sz="quarter" idx="5"/>
          </p:nvPr>
        </p:nvSpPr>
        <p:spPr/>
        <p:txBody>
          <a:bodyPr/>
          <a:lstStyle/>
          <a:p>
            <a:fld id="{85F02261-AC18-4C6F-9508-7467AF276DB6}" type="slidenum">
              <a:t>7</a:t>
            </a:fld>
            <a:endParaRPr lang="en-US"/>
          </a:p>
        </p:txBody>
      </p:sp>
    </p:spTree>
    <p:extLst>
      <p:ext uri="{BB962C8B-B14F-4D97-AF65-F5344CB8AC3E}">
        <p14:creationId xmlns:p14="http://schemas.microsoft.com/office/powerpoint/2010/main" val="40381732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Beyond improving engagement among existing users, BrightTV can implement targeted initiatives to grow its overall subscription base. One effective approach is offering trial access to premium or live content, allowing potential subscribers to experience the value of the platform before committing financially. This can be particularly effective when combined with time-limited promotions during major events.
Another initiative involves creating bundled offerings tailored to specific segments, such as family packages or youth-focused plans. These bundles can increase perceived value while encouraging multiple household members to engage with the platform. Targeted marketing campaigns, informed by analytics, can further support acquisition by focusing resources on segments most likely to convert.
By aligning growth initiatives with observed usage patterns and preferences, BrightTV can increase the efficiency of its marketing spend and improve conversion rates. These initiatives work best when integrated with ongoing engagement strategies, ensuring that new subscribers quickly find content that meets their expectations and encourages continued usage.</a:t>
            </a:r>
          </a:p>
        </p:txBody>
      </p:sp>
      <p:sp>
        <p:nvSpPr>
          <p:cNvPr id="4" name="Slide Number Placeholder 3"/>
          <p:cNvSpPr>
            <a:spLocks noGrp="1"/>
          </p:cNvSpPr>
          <p:nvPr>
            <p:ph type="sldNum" sz="quarter" idx="5"/>
          </p:nvPr>
        </p:nvSpPr>
        <p:spPr/>
        <p:txBody>
          <a:bodyPr/>
          <a:lstStyle/>
          <a:p>
            <a:fld id="{85F02261-AC18-4C6F-9508-7467AF276DB6}" type="slidenum">
              <a:t>8</a:t>
            </a:fld>
            <a:endParaRPr lang="en-US"/>
          </a:p>
        </p:txBody>
      </p:sp>
    </p:spTree>
    <p:extLst>
      <p:ext uri="{BB962C8B-B14F-4D97-AF65-F5344CB8AC3E}">
        <p14:creationId xmlns:p14="http://schemas.microsoft.com/office/powerpoint/2010/main" val="2901700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In summary, this case study demonstrates how viewership analytics can be used to directly support BrightTV’s strategic objective of subscription growth. By combining session-level viewing data with user profile information, the analysis provides a detailed understanding of who the viewers are, how they consume content, and what drives their engagement.
The insights highlight both strengths, such as strong peak-time engagement with live and entertainment content, and opportunities, including underutilised off-peak periods. Importantly, the presentation translates these findings into concrete recommendations aimed at improving the TV station’s performance through better scheduling, personalisation, and targeted growth initiatives.
By aligning analytics-driven insights with executive priorities and operational execution, BrightTV is well positioned to enhance viewer experience, improve retention, and achieve sustainable subscription growth. The recommended next steps ensure that these benefits can be realised in practice and maintained over time.</a:t>
            </a:r>
          </a:p>
        </p:txBody>
      </p:sp>
      <p:sp>
        <p:nvSpPr>
          <p:cNvPr id="4" name="Slide Number Placeholder 3"/>
          <p:cNvSpPr>
            <a:spLocks noGrp="1"/>
          </p:cNvSpPr>
          <p:nvPr>
            <p:ph type="sldNum" sz="quarter" idx="5"/>
          </p:nvPr>
        </p:nvSpPr>
        <p:spPr/>
        <p:txBody>
          <a:bodyPr/>
          <a:lstStyle/>
          <a:p>
            <a:fld id="{85F02261-AC18-4C6F-9508-7467AF276DB6}" type="slidenum">
              <a:t>9</a:t>
            </a:fld>
            <a:endParaRPr lang="en-US"/>
          </a:p>
        </p:txBody>
      </p:sp>
    </p:spTree>
    <p:extLst>
      <p:ext uri="{BB962C8B-B14F-4D97-AF65-F5344CB8AC3E}">
        <p14:creationId xmlns:p14="http://schemas.microsoft.com/office/powerpoint/2010/main" val="377324030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685800" y="240410"/>
            <a:ext cx="10813067" cy="783835"/>
          </a:xfrm>
        </p:spPr>
        <p:txBody>
          <a:bodyPr vert="horz" lIns="91440" tIns="45720" rIns="91440" bIns="45720" rtlCol="0" anchor="b">
            <a:normAutofit/>
          </a:bodyPr>
          <a:lstStyle>
            <a:lvl1pPr>
              <a:defRPr lang="en-US" sz="3600" dirty="0">
                <a:solidFill>
                  <a:schemeClr val="tx2">
                    <a:alpha val="90000"/>
                  </a:schemeClr>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685800" y="998185"/>
            <a:ext cx="10813067" cy="541508"/>
          </a:xfrm>
        </p:spPr>
        <p:txBody>
          <a:bodyPr vert="horz" lIns="91440" tIns="45720" rIns="91440" bIns="45720" rtlCol="0">
            <a:normAutofit/>
          </a:bodyPr>
          <a:lstStyle>
            <a:lvl1pPr marL="0" indent="0">
              <a:buNone/>
              <a:defRPr lang="en-US" dirty="0"/>
            </a:lvl1pPr>
          </a:lstStyle>
          <a:p>
            <a:pPr lvl="0"/>
            <a:r>
              <a:rPr lang="en-US"/>
              <a:t>Click to edit Master subtitle style</a:t>
            </a:r>
          </a:p>
        </p:txBody>
      </p:sp>
      <p:sp>
        <p:nvSpPr>
          <p:cNvPr id="16" name="Picture Placeholder 15">
            <a:extLst>
              <a:ext uri="{FF2B5EF4-FFF2-40B4-BE49-F238E27FC236}">
                <a16:creationId xmlns:a16="http://schemas.microsoft.com/office/drawing/2014/main" id="{569E8996-63F9-282F-EB89-823A9E405F96}"/>
              </a:ext>
            </a:extLst>
          </p:cNvPr>
          <p:cNvSpPr>
            <a:spLocks noGrp="1"/>
          </p:cNvSpPr>
          <p:nvPr>
            <p:ph type="pic" sz="quarter" idx="13" hasCustomPrompt="1"/>
          </p:nvPr>
        </p:nvSpPr>
        <p:spPr>
          <a:xfrm>
            <a:off x="462974" y="1606318"/>
            <a:ext cx="11268845" cy="4791456"/>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a:xfrm>
            <a:off x="640080" y="6445997"/>
            <a:ext cx="3949302" cy="365125"/>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p:txBody>
          <a:bodyPr/>
          <a:lstStyle>
            <a:lvl1pPr>
              <a:defRPr>
                <a:solidFill>
                  <a:schemeClr val="tx2"/>
                </a:solidFill>
              </a:defRPr>
            </a:lvl1pPr>
          </a:lstStyle>
          <a:p>
            <a:fld id="{CEC995A3-E0A5-4676-A9AF-F0C909981ECB}" type="datetime1">
              <a:rPr lang="en-US" smtClean="0"/>
              <a:t>4/15/2026</a:t>
            </a:fld>
            <a:endParaRPr lang="en-US"/>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FFFC4771-5A22-2E68-AB04-0949D0A15B66}"/>
              </a:ext>
            </a:extLst>
          </p:cNvPr>
          <p:cNvCxnSpPr>
            <a:cxnSpLocks/>
          </p:cNvCxnSpPr>
          <p:nvPr/>
        </p:nvCxnSpPr>
        <p:spPr>
          <a:xfrm flipH="1">
            <a:off x="0" y="159971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AA95C5A-6D75-9E1D-C459-7F2022E84F55}"/>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0ED5AC1-9F96-A868-7F45-523BF1A45E7C}"/>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0E1F764-5B01-7711-9CF1-7EA13A629701}"/>
              </a:ext>
            </a:extLst>
          </p:cNvPr>
          <p:cNvCxnSpPr>
            <a:cxnSpLocks/>
          </p:cNvCxnSpPr>
          <p:nvPr/>
        </p:nvCxnSpPr>
        <p:spPr>
          <a:xfrm flipH="1">
            <a:off x="0" y="6396171"/>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3796771"/>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685800" y="360221"/>
            <a:ext cx="10515600" cy="1330468"/>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685800" y="2004291"/>
            <a:ext cx="10515600" cy="41726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6858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D757465A-0D42-4CE1-AFF3-B073304A15C1}" type="datetime1">
              <a:rPr lang="en-US" smtClean="0"/>
              <a:t>4/15/2026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5" name="Straight Connector 14">
            <a:extLst>
              <a:ext uri="{FF2B5EF4-FFF2-40B4-BE49-F238E27FC236}">
                <a16:creationId xmlns:a16="http://schemas.microsoft.com/office/drawing/2014/main" id="{176D044F-5574-D6D7-2A47-5069E411C22F}"/>
              </a:ext>
            </a:extLst>
          </p:cNvPr>
          <p:cNvCxnSpPr>
            <a:cxnSpLocks/>
          </p:cNvCxnSpPr>
          <p:nvPr/>
        </p:nvCxnSpPr>
        <p:spPr>
          <a:xfrm flipH="1">
            <a:off x="0" y="1825625"/>
            <a:ext cx="12210293"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99423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512724" y="1480212"/>
            <a:ext cx="3918954" cy="2273637"/>
          </a:xfrm>
        </p:spPr>
        <p:txBody>
          <a:bodyPr vert="horz" lIns="91440" tIns="45720" rIns="91440" bIns="45720" rtlCol="0" anchor="b">
            <a:normAutofit/>
          </a:bodyPr>
          <a:lstStyle>
            <a:lvl1pPr algn="ctr">
              <a:defRPr lang="en-US" sz="3600" dirty="0">
                <a:solidFill>
                  <a:schemeClr val="tx2">
                    <a:alpha val="90000"/>
                  </a:schemeClr>
                </a:solidFill>
              </a:defRPr>
            </a:lvl1pPr>
          </a:lstStyle>
          <a:p>
            <a:pPr lvl="0" algn="ctr"/>
            <a:r>
              <a:rPr lang="en-US"/>
              <a:t>Click to edit Master title style</a:t>
            </a:r>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620272" y="4232388"/>
            <a:ext cx="3703859" cy="1542770"/>
          </a:xfrm>
        </p:spPr>
        <p:txBody>
          <a:bodyPr vert="horz" lIns="91440" tIns="45720" rIns="91440" bIns="45720" rtlCol="0">
            <a:normAutofit/>
          </a:bodyPr>
          <a:lstStyle>
            <a:lvl1pPr marL="0" indent="0" algn="ctr">
              <a:buNone/>
              <a:defRPr lang="en-US" dirty="0"/>
            </a:lvl1pPr>
          </a:lstStyle>
          <a:p>
            <a:pPr lvl="0"/>
            <a:r>
              <a:rPr lang="en-US"/>
              <a:t>Click to edit Master subtitle style</a:t>
            </a:r>
          </a:p>
        </p:txBody>
      </p:sp>
      <p:sp>
        <p:nvSpPr>
          <p:cNvPr id="16" name="Picture Placeholder 15">
            <a:extLst>
              <a:ext uri="{FF2B5EF4-FFF2-40B4-BE49-F238E27FC236}">
                <a16:creationId xmlns:a16="http://schemas.microsoft.com/office/drawing/2014/main" id="{569E8996-63F9-282F-EB89-823A9E405F96}"/>
              </a:ext>
            </a:extLst>
          </p:cNvPr>
          <p:cNvSpPr>
            <a:spLocks noGrp="1"/>
          </p:cNvSpPr>
          <p:nvPr>
            <p:ph type="pic" sz="quarter" idx="13" hasCustomPrompt="1"/>
          </p:nvPr>
        </p:nvSpPr>
        <p:spPr>
          <a:xfrm>
            <a:off x="4958748" y="465265"/>
            <a:ext cx="7240587" cy="5927467"/>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p:txBody>
          <a:bodyPr/>
          <a:lstStyle>
            <a:lvl1pPr>
              <a:defRPr>
                <a:solidFill>
                  <a:schemeClr val="tx2"/>
                </a:solidFill>
              </a:defRPr>
            </a:lvl1pPr>
          </a:lstStyle>
          <a:p>
            <a:fld id="{4A1835B1-6951-4309-9053-BE4E81FB8E03}" type="datetime1">
              <a:rPr lang="en-US" smtClean="0"/>
              <a:t>4/15/2026</a:t>
            </a:fld>
            <a:endParaRPr lang="en-US"/>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10" name="Straight Connector 9">
            <a:extLst>
              <a:ext uri="{FF2B5EF4-FFF2-40B4-BE49-F238E27FC236}">
                <a16:creationId xmlns:a16="http://schemas.microsoft.com/office/drawing/2014/main" id="{90C7E87E-EC44-47F9-6172-5EEA03DE5D87}"/>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071CA13-2095-558D-E0DC-1576A14BBE72}"/>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159F346-B80F-F5BC-5D76-9443FA0031B4}"/>
              </a:ext>
            </a:extLst>
          </p:cNvPr>
          <p:cNvCxnSpPr>
            <a:cxnSpLocks/>
          </p:cNvCxnSpPr>
          <p:nvPr/>
        </p:nvCxnSpPr>
        <p:spPr>
          <a:xfrm>
            <a:off x="4951575"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220059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7772445" y="1480212"/>
            <a:ext cx="3849131" cy="2871351"/>
          </a:xfrm>
        </p:spPr>
        <p:txBody>
          <a:bodyPr anchor="ctr">
            <a:normAutofit/>
          </a:bodyPr>
          <a:lstStyle>
            <a:lvl1pPr algn="ctr">
              <a:defRPr sz="3600">
                <a:solidFill>
                  <a:schemeClr val="tx2">
                    <a:alpha val="90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7772446" y="5410440"/>
            <a:ext cx="3849128" cy="1068207"/>
          </a:xfrm>
        </p:spPr>
        <p:txBody>
          <a:bodyPr anchor="ctr">
            <a:normAutofit/>
          </a:bodyPr>
          <a:lstStyle>
            <a:lvl1pPr marL="0" indent="0" algn="ctr">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6" name="Picture Placeholder 15">
            <a:extLst>
              <a:ext uri="{FF2B5EF4-FFF2-40B4-BE49-F238E27FC236}">
                <a16:creationId xmlns:a16="http://schemas.microsoft.com/office/drawing/2014/main" id="{569E8996-63F9-282F-EB89-823A9E405F96}"/>
              </a:ext>
            </a:extLst>
          </p:cNvPr>
          <p:cNvSpPr>
            <a:spLocks noGrp="1"/>
          </p:cNvSpPr>
          <p:nvPr>
            <p:ph type="pic" sz="quarter" idx="13" hasCustomPrompt="1"/>
          </p:nvPr>
        </p:nvSpPr>
        <p:spPr>
          <a:xfrm>
            <a:off x="0" y="0"/>
            <a:ext cx="7204414" cy="6859634"/>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a:xfrm>
            <a:off x="7429501" y="6445997"/>
            <a:ext cx="2955465" cy="365125"/>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a:xfrm>
            <a:off x="10226650" y="6445997"/>
            <a:ext cx="1353059" cy="365125"/>
          </a:xfrm>
        </p:spPr>
        <p:txBody>
          <a:bodyPr/>
          <a:lstStyle>
            <a:lvl1pPr>
              <a:defRPr>
                <a:solidFill>
                  <a:schemeClr val="tx2"/>
                </a:solidFill>
              </a:defRPr>
            </a:lvl1pPr>
          </a:lstStyle>
          <a:p>
            <a:fld id="{79967DC5-E470-48CC-82D8-CEDE62F29D19}" type="datetime1">
              <a:rPr lang="en-US" smtClean="0"/>
              <a:t>4/15/2026</a:t>
            </a:fld>
            <a:endParaRPr lang="en-US"/>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88BE003B-9AA9-5AAB-16A3-CC8CD5997AAA}"/>
              </a:ext>
            </a:extLst>
          </p:cNvPr>
          <p:cNvCxnSpPr>
            <a:cxnSpLocks/>
          </p:cNvCxnSpPr>
          <p:nvPr/>
        </p:nvCxnSpPr>
        <p:spPr>
          <a:xfrm flipH="1">
            <a:off x="7206802" y="5031087"/>
            <a:ext cx="4985198"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50CBC2A1-BC50-27CD-C764-435FA7A59ABD}"/>
              </a:ext>
            </a:extLst>
          </p:cNvPr>
          <p:cNvCxnSpPr>
            <a:cxnSpLocks/>
          </p:cNvCxnSpPr>
          <p:nvPr/>
        </p:nvCxnSpPr>
        <p:spPr>
          <a:xfrm>
            <a:off x="7206802"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9690767"/>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685800" y="5160261"/>
            <a:ext cx="10813067" cy="783835"/>
          </a:xfrm>
        </p:spPr>
        <p:txBody>
          <a:bodyPr vert="horz" lIns="91440" tIns="45720" rIns="91440" bIns="45720" rtlCol="0" anchor="b">
            <a:normAutofit/>
          </a:bodyPr>
          <a:lstStyle>
            <a:lvl1pPr>
              <a:defRPr lang="en-US" sz="3600" dirty="0">
                <a:solidFill>
                  <a:schemeClr val="tx2">
                    <a:alpha val="90000"/>
                  </a:schemeClr>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685800" y="5931483"/>
            <a:ext cx="10813067" cy="611557"/>
          </a:xfrm>
        </p:spPr>
        <p:txBody>
          <a:bodyPr vert="horz" lIns="91440" tIns="45720" rIns="91440" bIns="45720" rtlCol="0">
            <a:normAutofit/>
          </a:bodyPr>
          <a:lstStyle>
            <a:lvl1pPr marL="0" indent="0">
              <a:buNone/>
              <a:defRPr lang="en-US" dirty="0"/>
            </a:lvl1pPr>
          </a:lstStyle>
          <a:p>
            <a:pPr lvl="0"/>
            <a:r>
              <a:rPr lang="en-US"/>
              <a:t>Click to edit Master subtitle style</a:t>
            </a:r>
          </a:p>
        </p:txBody>
      </p:sp>
      <p:sp>
        <p:nvSpPr>
          <p:cNvPr id="16" name="Picture Placeholder 15">
            <a:extLst>
              <a:ext uri="{FF2B5EF4-FFF2-40B4-BE49-F238E27FC236}">
                <a16:creationId xmlns:a16="http://schemas.microsoft.com/office/drawing/2014/main" id="{569E8996-63F9-282F-EB89-823A9E405F96}"/>
              </a:ext>
            </a:extLst>
          </p:cNvPr>
          <p:cNvSpPr>
            <a:spLocks noGrp="1"/>
          </p:cNvSpPr>
          <p:nvPr>
            <p:ph type="pic" sz="quarter" idx="13" hasCustomPrompt="1"/>
          </p:nvPr>
        </p:nvSpPr>
        <p:spPr>
          <a:xfrm>
            <a:off x="462974" y="0"/>
            <a:ext cx="11268845" cy="5019190"/>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a:xfrm>
            <a:off x="685800" y="6445997"/>
            <a:ext cx="3949302" cy="365125"/>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p:txBody>
          <a:bodyPr/>
          <a:lstStyle>
            <a:lvl1pPr>
              <a:defRPr>
                <a:solidFill>
                  <a:schemeClr val="tx2"/>
                </a:solidFill>
              </a:defRPr>
            </a:lvl1pPr>
          </a:lstStyle>
          <a:p>
            <a:fld id="{7BE4F4F9-573B-47D0-A4A5-817CADD2D474}" type="datetime1">
              <a:rPr lang="en-US" smtClean="0"/>
              <a:t>4/15/2026</a:t>
            </a:fld>
            <a:endParaRPr lang="en-US"/>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FFFC4771-5A22-2E68-AB04-0949D0A15B66}"/>
              </a:ext>
            </a:extLst>
          </p:cNvPr>
          <p:cNvCxnSpPr>
            <a:cxnSpLocks/>
          </p:cNvCxnSpPr>
          <p:nvPr/>
        </p:nvCxnSpPr>
        <p:spPr>
          <a:xfrm flipH="1">
            <a:off x="0" y="5019261"/>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AA95C5A-6D75-9E1D-C459-7F2022E84F55}"/>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0ED5AC1-9F96-A868-7F45-523BF1A45E7C}"/>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4492729"/>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2096430" y="1226087"/>
            <a:ext cx="7961965" cy="3290611"/>
          </a:xfrm>
        </p:spPr>
        <p:txBody>
          <a:bodyPr anchor="ctr">
            <a:normAutofit/>
          </a:bodyPr>
          <a:lstStyle>
            <a:lvl1pPr algn="ctr">
              <a:defRPr sz="4800">
                <a:solidFill>
                  <a:schemeClr val="tx2">
                    <a:alpha val="90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2676941" y="5812260"/>
            <a:ext cx="6838118" cy="702946"/>
          </a:xfrm>
        </p:spPr>
        <p:txBody>
          <a:bodyPr anchor="ctr">
            <a:normAutofit/>
          </a:bodyPr>
          <a:lstStyle>
            <a:lvl1pPr marL="0" indent="0" algn="ctr">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a:xfrm>
            <a:off x="640080" y="6445997"/>
            <a:ext cx="3777327" cy="365125"/>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p:txBody>
          <a:bodyPr/>
          <a:lstStyle>
            <a:lvl1pPr>
              <a:defRPr>
                <a:solidFill>
                  <a:schemeClr val="tx2"/>
                </a:solidFill>
              </a:defRPr>
            </a:lvl1pPr>
          </a:lstStyle>
          <a:p>
            <a:fld id="{656CA5CC-FBE5-4E14-8A41-8D7D52E31B58}" type="datetime1">
              <a:rPr lang="en-US" smtClean="0"/>
              <a:t>4/15/2026</a:t>
            </a:fld>
            <a:endParaRPr lang="en-US"/>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77C4A186-7A3C-2849-F4A7-5B5565EB29E6}"/>
              </a:ext>
            </a:extLst>
          </p:cNvPr>
          <p:cNvCxnSpPr>
            <a:cxnSpLocks/>
          </p:cNvCxnSpPr>
          <p:nvPr/>
        </p:nvCxnSpPr>
        <p:spPr>
          <a:xfrm flipH="1">
            <a:off x="0" y="5469467"/>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92B7528-295D-CD0F-0521-B5C01EAC12DD}"/>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26261A6-5928-598A-5A46-6855CE4DF282}"/>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4615754"/>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1636222" y="1246912"/>
            <a:ext cx="8919556" cy="3050766"/>
          </a:xfrm>
        </p:spPr>
        <p:txBody>
          <a:bodyPr anchor="ctr">
            <a:normAutofit/>
          </a:bodyPr>
          <a:lstStyle>
            <a:lvl1pPr algn="ctr">
              <a:defRPr sz="5400">
                <a:solidFill>
                  <a:schemeClr val="tx2">
                    <a:alpha val="90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2451378" y="5345199"/>
            <a:ext cx="7289245" cy="1184035"/>
          </a:xfrm>
        </p:spPr>
        <p:txBody>
          <a:bodyPr anchor="ctr">
            <a:normAutofit/>
          </a:bodyPr>
          <a:lstStyle>
            <a:lvl1pPr marL="0" indent="0" algn="ctr">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p:txBody>
          <a:bodyPr/>
          <a:lstStyle>
            <a:lvl1pPr>
              <a:defRPr>
                <a:solidFill>
                  <a:schemeClr val="tx2"/>
                </a:solidFill>
              </a:defRPr>
            </a:lvl1pPr>
          </a:lstStyle>
          <a:p>
            <a:fld id="{A9AA3B70-D00B-4980-A015-1C0E626DF50E}" type="datetime1">
              <a:rPr lang="en-US" smtClean="0"/>
              <a:t>4/15/2026</a:t>
            </a:fld>
            <a:endParaRPr lang="en-US"/>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77C4A186-7A3C-2849-F4A7-5B5565EB29E6}"/>
              </a:ext>
            </a:extLst>
          </p:cNvPr>
          <p:cNvCxnSpPr>
            <a:cxnSpLocks/>
          </p:cNvCxnSpPr>
          <p:nvPr/>
        </p:nvCxnSpPr>
        <p:spPr>
          <a:xfrm flipH="1">
            <a:off x="0" y="5016433"/>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0C7E87E-EC44-47F9-6172-5EEA03DE5D87}"/>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2120536"/>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2950265" y="1400657"/>
            <a:ext cx="6291470" cy="3290611"/>
          </a:xfrm>
        </p:spPr>
        <p:txBody>
          <a:bodyPr anchor="ctr">
            <a:normAutofit/>
          </a:bodyPr>
          <a:lstStyle>
            <a:lvl1pPr algn="ctr">
              <a:defRPr sz="4800">
                <a:solidFill>
                  <a:schemeClr val="tx2">
                    <a:lumMod val="90000"/>
                    <a:alpha val="80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2676941" y="5812260"/>
            <a:ext cx="6838118" cy="702946"/>
          </a:xfrm>
        </p:spPr>
        <p:txBody>
          <a:bodyPr anchor="ctr">
            <a:normAutofit/>
          </a:bodyPr>
          <a:lstStyle>
            <a:lvl1pPr marL="0" indent="0" algn="ctr">
              <a:buNone/>
              <a:defRPr sz="1800">
                <a:solidFill>
                  <a:schemeClr val="tx2">
                    <a:alpha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p:txBody>
          <a:bodyPr/>
          <a:lstStyle>
            <a:lvl1pPr>
              <a:defRPr>
                <a:solidFill>
                  <a:schemeClr val="tx2">
                    <a:alpha val="80000"/>
                  </a:schemeClr>
                </a:solidFill>
              </a:defRPr>
            </a:lvl1pPr>
          </a:lstStyle>
          <a:p>
            <a:r>
              <a:rPr lang="en-US"/>
              <a:t>Sample Footer Text</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p:txBody>
          <a:bodyPr/>
          <a:lstStyle>
            <a:lvl1pPr>
              <a:defRPr>
                <a:solidFill>
                  <a:schemeClr val="tx2">
                    <a:alpha val="80000"/>
                  </a:schemeClr>
                </a:solidFill>
              </a:defRPr>
            </a:lvl1pPr>
          </a:lstStyle>
          <a:p>
            <a:fld id="{312F3BB1-914E-438E-BD74-6A311287D919}" type="datetime1">
              <a:rPr lang="en-US" smtClean="0"/>
              <a:t>4/15/2026</a:t>
            </a:fld>
            <a:endParaRPr lang="en-US"/>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alpha val="80000"/>
                  </a:schemeClr>
                </a:solidFill>
              </a:defRPr>
            </a:lvl1p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77C4A186-7A3C-2849-F4A7-5B5565EB29E6}"/>
              </a:ext>
            </a:extLst>
          </p:cNvPr>
          <p:cNvCxnSpPr>
            <a:cxnSpLocks/>
          </p:cNvCxnSpPr>
          <p:nvPr/>
        </p:nvCxnSpPr>
        <p:spPr>
          <a:xfrm flipH="1">
            <a:off x="0" y="5469467"/>
            <a:ext cx="12192000" cy="0"/>
          </a:xfrm>
          <a:prstGeom prst="line">
            <a:avLst/>
          </a:prstGeom>
          <a:ln w="9525">
            <a:solidFill>
              <a:schemeClr val="tx2">
                <a:lumMod val="90000"/>
                <a:alpha val="2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5860F39-D33B-13B7-DD5E-58C8CE6DCE69}"/>
              </a:ext>
            </a:extLst>
          </p:cNvPr>
          <p:cNvCxnSpPr>
            <a:cxnSpLocks/>
          </p:cNvCxnSpPr>
          <p:nvPr/>
        </p:nvCxnSpPr>
        <p:spPr>
          <a:xfrm>
            <a:off x="2317750" y="0"/>
            <a:ext cx="0" cy="6858000"/>
          </a:xfrm>
          <a:prstGeom prst="line">
            <a:avLst/>
          </a:prstGeom>
          <a:ln w="9525">
            <a:solidFill>
              <a:schemeClr val="tx2">
                <a:lumMod val="90000"/>
                <a:alpha val="2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417974A-33A9-A10C-D982-114045377C2E}"/>
              </a:ext>
            </a:extLst>
          </p:cNvPr>
          <p:cNvCxnSpPr>
            <a:cxnSpLocks/>
          </p:cNvCxnSpPr>
          <p:nvPr/>
        </p:nvCxnSpPr>
        <p:spPr>
          <a:xfrm>
            <a:off x="9874250" y="0"/>
            <a:ext cx="0" cy="6858000"/>
          </a:xfrm>
          <a:prstGeom prst="line">
            <a:avLst/>
          </a:prstGeom>
          <a:ln w="9525">
            <a:solidFill>
              <a:schemeClr val="tx2">
                <a:lumMod val="90000"/>
                <a:alpha val="2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0C7E87E-EC44-47F9-6172-5EEA03DE5D87}"/>
              </a:ext>
            </a:extLst>
          </p:cNvPr>
          <p:cNvCxnSpPr>
            <a:cxnSpLocks/>
          </p:cNvCxnSpPr>
          <p:nvPr/>
        </p:nvCxnSpPr>
        <p:spPr>
          <a:xfrm flipH="1">
            <a:off x="0" y="459932"/>
            <a:ext cx="12192000" cy="0"/>
          </a:xfrm>
          <a:prstGeom prst="line">
            <a:avLst/>
          </a:prstGeom>
          <a:ln w="9525">
            <a:solidFill>
              <a:schemeClr val="tx2">
                <a:lumMod val="90000"/>
                <a:alpha val="2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8485668"/>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22D6AD5-6168-B411-89A9-90C82303B25C}"/>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EC6DA0-2CB8-AFC5-DB06-AB9235983979}"/>
              </a:ext>
            </a:extLst>
          </p:cNvPr>
          <p:cNvSpPr>
            <a:spLocks noGrp="1"/>
          </p:cNvSpPr>
          <p:nvPr>
            <p:ph type="title"/>
          </p:nvPr>
        </p:nvSpPr>
        <p:spPr>
          <a:xfrm>
            <a:off x="457200" y="2838087"/>
            <a:ext cx="8932653" cy="3312544"/>
          </a:xfrm>
        </p:spPr>
        <p:txBody>
          <a:bodyPr anchor="b">
            <a:normAutofit/>
          </a:bodyPr>
          <a:lstStyle>
            <a:lvl1pPr>
              <a:lnSpc>
                <a:spcPct val="80000"/>
              </a:lnSpc>
              <a:defRPr sz="6600" cap="all" baseline="0">
                <a:solidFill>
                  <a:schemeClr val="tx2">
                    <a:alpha val="55000"/>
                  </a:schemeClr>
                </a:solidFill>
              </a:defRPr>
            </a:lvl1pPr>
          </a:lstStyle>
          <a:p>
            <a:r>
              <a:rPr lang="en-US"/>
              <a:t>Click to edit Master title style</a:t>
            </a:r>
          </a:p>
        </p:txBody>
      </p:sp>
      <p:sp>
        <p:nvSpPr>
          <p:cNvPr id="3" name="Text Placeholder 2">
            <a:extLst>
              <a:ext uri="{FF2B5EF4-FFF2-40B4-BE49-F238E27FC236}">
                <a16:creationId xmlns:a16="http://schemas.microsoft.com/office/drawing/2014/main" id="{88E16A9F-28B9-2207-66D3-D952EB7EC876}"/>
              </a:ext>
            </a:extLst>
          </p:cNvPr>
          <p:cNvSpPr>
            <a:spLocks noGrp="1"/>
          </p:cNvSpPr>
          <p:nvPr>
            <p:ph type="body" idx="1"/>
          </p:nvPr>
        </p:nvSpPr>
        <p:spPr>
          <a:xfrm>
            <a:off x="685800" y="-789870"/>
            <a:ext cx="10515600" cy="638352"/>
          </a:xfrm>
        </p:spPr>
        <p:txBody>
          <a:bodyPr>
            <a:normAutofit/>
          </a:bodyPr>
          <a:lstStyle>
            <a:lvl1pPr marL="0" indent="0">
              <a:buNone/>
              <a:defRPr sz="2000">
                <a:solidFill>
                  <a:schemeClr val="bg2"/>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28B3F77F-C41D-1011-B9F4-A5DE814F43EF}"/>
              </a:ext>
            </a:extLst>
          </p:cNvPr>
          <p:cNvSpPr>
            <a:spLocks noGrp="1"/>
          </p:cNvSpPr>
          <p:nvPr>
            <p:ph type="ftr" sz="quarter" idx="11"/>
          </p:nvPr>
        </p:nvSpPr>
        <p:spPr>
          <a:xfrm>
            <a:off x="457200" y="6445997"/>
            <a:ext cx="3751081" cy="365125"/>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58CD507-925C-84B3-8F49-9F3B91209D8F}"/>
              </a:ext>
            </a:extLst>
          </p:cNvPr>
          <p:cNvSpPr>
            <a:spLocks noGrp="1"/>
          </p:cNvSpPr>
          <p:nvPr>
            <p:ph type="dt" sz="half" idx="10"/>
          </p:nvPr>
        </p:nvSpPr>
        <p:spPr/>
        <p:txBody>
          <a:bodyPr/>
          <a:lstStyle>
            <a:lvl1pPr>
              <a:defRPr>
                <a:solidFill>
                  <a:schemeClr val="tx2"/>
                </a:solidFill>
              </a:defRPr>
            </a:lvl1pPr>
          </a:lstStyle>
          <a:p>
            <a:fld id="{485F5966-244A-4C45-A322-E0358B5F232D}" type="datetime1">
              <a:rPr lang="en-US" smtClean="0"/>
              <a:t>4/15/2026</a:t>
            </a:fld>
            <a:endParaRPr lang="en-US"/>
          </a:p>
        </p:txBody>
      </p:sp>
      <p:sp>
        <p:nvSpPr>
          <p:cNvPr id="6" name="Slide Number Placeholder 5">
            <a:extLst>
              <a:ext uri="{FF2B5EF4-FFF2-40B4-BE49-F238E27FC236}">
                <a16:creationId xmlns:a16="http://schemas.microsoft.com/office/drawing/2014/main" id="{6C13B4AE-32E8-CAFF-4A3C-6CBE4FFFA843}"/>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9BFA0DE8-9E4B-D747-CB64-14B8DEDC02EA}"/>
              </a:ext>
            </a:extLst>
          </p:cNvPr>
          <p:cNvCxnSpPr>
            <a:cxnSpLocks/>
          </p:cNvCxnSpPr>
          <p:nvPr/>
        </p:nvCxnSpPr>
        <p:spPr>
          <a:xfrm flipH="1">
            <a:off x="0" y="1367580"/>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1EB75EB-F27E-271A-C843-4096E1F19057}"/>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9029311"/>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2">
    <p:bg>
      <p:bgRef idx="1001">
        <a:schemeClr val="bg2"/>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4BE01F4-F5E6-FB52-8FEA-5927DFC8AA7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EC6DA0-2CB8-AFC5-DB06-AB9235983979}"/>
              </a:ext>
            </a:extLst>
          </p:cNvPr>
          <p:cNvSpPr>
            <a:spLocks noGrp="1"/>
          </p:cNvSpPr>
          <p:nvPr>
            <p:ph type="title"/>
          </p:nvPr>
        </p:nvSpPr>
        <p:spPr>
          <a:xfrm>
            <a:off x="457200" y="2968607"/>
            <a:ext cx="8932653" cy="3450568"/>
          </a:xfrm>
        </p:spPr>
        <p:txBody>
          <a:bodyPr anchor="b">
            <a:normAutofit/>
          </a:bodyPr>
          <a:lstStyle>
            <a:lvl1pPr>
              <a:lnSpc>
                <a:spcPct val="80000"/>
              </a:lnSpc>
              <a:defRPr sz="6600" cap="all" baseline="0">
                <a:solidFill>
                  <a:schemeClr val="tx2">
                    <a:lumMod val="90000"/>
                    <a:alpha val="65000"/>
                  </a:schemeClr>
                </a:solidFill>
              </a:defRPr>
            </a:lvl1pPr>
          </a:lstStyle>
          <a:p>
            <a:r>
              <a:rPr lang="en-US"/>
              <a:t>Click to edit Master title style</a:t>
            </a:r>
          </a:p>
        </p:txBody>
      </p:sp>
      <p:sp>
        <p:nvSpPr>
          <p:cNvPr id="3" name="Text Placeholder 2">
            <a:extLst>
              <a:ext uri="{FF2B5EF4-FFF2-40B4-BE49-F238E27FC236}">
                <a16:creationId xmlns:a16="http://schemas.microsoft.com/office/drawing/2014/main" id="{88E16A9F-28B9-2207-66D3-D952EB7EC876}"/>
              </a:ext>
            </a:extLst>
          </p:cNvPr>
          <p:cNvSpPr>
            <a:spLocks noGrp="1"/>
          </p:cNvSpPr>
          <p:nvPr>
            <p:ph type="body" idx="1"/>
          </p:nvPr>
        </p:nvSpPr>
        <p:spPr>
          <a:xfrm>
            <a:off x="685800" y="-789870"/>
            <a:ext cx="10515600" cy="638352"/>
          </a:xfrm>
        </p:spPr>
        <p:txBody>
          <a:bodyPr>
            <a:normAutofit/>
          </a:bodyPr>
          <a:lstStyle>
            <a:lvl1pPr marL="0" indent="0">
              <a:buNone/>
              <a:defRPr sz="2000">
                <a:solidFill>
                  <a:schemeClr val="bg2"/>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28B3F77F-C41D-1011-B9F4-A5DE814F43EF}"/>
              </a:ext>
            </a:extLst>
          </p:cNvPr>
          <p:cNvSpPr>
            <a:spLocks noGrp="1"/>
          </p:cNvSpPr>
          <p:nvPr>
            <p:ph type="ftr" sz="quarter" idx="11"/>
          </p:nvPr>
        </p:nvSpPr>
        <p:spPr>
          <a:xfrm>
            <a:off x="457200" y="6445997"/>
            <a:ext cx="3751081" cy="365125"/>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58CD507-925C-84B3-8F49-9F3B91209D8F}"/>
              </a:ext>
            </a:extLst>
          </p:cNvPr>
          <p:cNvSpPr>
            <a:spLocks noGrp="1"/>
          </p:cNvSpPr>
          <p:nvPr>
            <p:ph type="dt" sz="half" idx="10"/>
          </p:nvPr>
        </p:nvSpPr>
        <p:spPr/>
        <p:txBody>
          <a:bodyPr/>
          <a:lstStyle>
            <a:lvl1pPr>
              <a:defRPr>
                <a:solidFill>
                  <a:schemeClr val="tx2"/>
                </a:solidFill>
              </a:defRPr>
            </a:lvl1pPr>
          </a:lstStyle>
          <a:p>
            <a:fld id="{A120C13C-E5BA-4C6F-97EC-7ED9FED9F00F}" type="datetime1">
              <a:rPr lang="en-US" smtClean="0"/>
              <a:t>4/15/2026</a:t>
            </a:fld>
            <a:endParaRPr lang="en-US"/>
          </a:p>
        </p:txBody>
      </p:sp>
      <p:sp>
        <p:nvSpPr>
          <p:cNvPr id="6" name="Slide Number Placeholder 5">
            <a:extLst>
              <a:ext uri="{FF2B5EF4-FFF2-40B4-BE49-F238E27FC236}">
                <a16:creationId xmlns:a16="http://schemas.microsoft.com/office/drawing/2014/main" id="{6C13B4AE-32E8-CAFF-4A3C-6CBE4FFFA843}"/>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9BFA0DE8-9E4B-D747-CB64-14B8DEDC02EA}"/>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95FFB35-3AE5-1BED-838E-1C6BC98721BC}"/>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8031059"/>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Agenda">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02D18C4-A1A8-6CA4-B4A2-0E9791DC7F71}"/>
              </a:ext>
            </a:extLst>
          </p:cNvPr>
          <p:cNvSpPr/>
          <p:nvPr/>
        </p:nvSpPr>
        <p:spPr>
          <a:xfrm>
            <a:off x="0" y="0"/>
            <a:ext cx="12192000" cy="6858000"/>
          </a:xfrm>
          <a:prstGeom prst="rect">
            <a:avLst/>
          </a:prstGeom>
          <a:solidFill>
            <a:schemeClr val="bg2">
              <a:lumMod val="90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201" y="463362"/>
            <a:ext cx="11122507" cy="1162632"/>
          </a:xfrm>
        </p:spPr>
        <p:txBody>
          <a:bodyPr anchor="ctr">
            <a:normAutofit/>
          </a:bodyPr>
          <a:lstStyle>
            <a:lvl1pPr>
              <a:defRPr sz="7200" cap="all" baseline="0">
                <a:solidFill>
                  <a:schemeClr val="accent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479085" y="2249592"/>
            <a:ext cx="6100623" cy="3787062"/>
          </a:xfrm>
        </p:spPr>
        <p:txBody>
          <a:bodyPr vert="horz" lIns="91440" tIns="45720" rIns="91440" bIns="45720" rtlCol="0">
            <a:normAutofit/>
          </a:bodyPr>
          <a:lstStyle>
            <a:lvl1pPr marL="457200" indent="-457200">
              <a:buFont typeface="+mj-lt"/>
              <a:buAutoNum type="arabicPeriod"/>
              <a:defRPr lang="en-US" sz="2000" dirty="0">
                <a:solidFill>
                  <a:schemeClr val="tx2"/>
                </a:solidFill>
              </a:defRPr>
            </a:lvl1pPr>
            <a:lvl2pPr marL="571500" indent="-342900">
              <a:buFont typeface="+mj-lt"/>
              <a:buAutoNum type="arabicPeriod"/>
              <a:defRPr lang="en-US" sz="1800" dirty="0">
                <a:solidFill>
                  <a:schemeClr val="tx2"/>
                </a:solidFill>
              </a:defRPr>
            </a:lvl2pPr>
            <a:lvl3pPr marL="800100" indent="-342900">
              <a:buFont typeface="+mj-lt"/>
              <a:buAutoNum type="arabicPeriod"/>
              <a:defRPr lang="en-US" sz="1600" dirty="0">
                <a:solidFill>
                  <a:schemeClr val="tx2"/>
                </a:solidFill>
              </a:defRPr>
            </a:lvl3pPr>
            <a:lvl4pPr marL="1028700" indent="-342900">
              <a:buFont typeface="+mj-lt"/>
              <a:buAutoNum type="arabicPeriod"/>
              <a:defRPr lang="en-US" sz="1400" dirty="0">
                <a:solidFill>
                  <a:schemeClr val="tx2"/>
                </a:solidFill>
              </a:defRPr>
            </a:lvl4pPr>
            <a:lvl5pPr marL="1257300" indent="-342900">
              <a:buFont typeface="+mj-lt"/>
              <a:buAutoNum type="arabicPeriod"/>
              <a:defRPr lang="en-US" sz="1400"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57200" y="6445997"/>
            <a:ext cx="3949302" cy="365125"/>
          </a:xfr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2"/>
                </a:solidFill>
              </a:defRPr>
            </a:lvl1pPr>
          </a:lstStyle>
          <a:p>
            <a:fld id="{38822EE7-D1D9-49E1-ACB4-B26137BA6046}" type="datetime1">
              <a:rPr lang="en-US" smtClean="0"/>
              <a:t>4/15/2026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11" name="Straight Connector 10">
            <a:extLst>
              <a:ext uri="{FF2B5EF4-FFF2-40B4-BE49-F238E27FC236}">
                <a16:creationId xmlns:a16="http://schemas.microsoft.com/office/drawing/2014/main" id="{F06406B2-3637-5849-867E-A0ADC9D9DDA5}"/>
              </a:ext>
            </a:extLst>
          </p:cNvPr>
          <p:cNvCxnSpPr>
            <a:cxnSpLocks/>
          </p:cNvCxnSpPr>
          <p:nvPr/>
        </p:nvCxnSpPr>
        <p:spPr>
          <a:xfrm flipH="1">
            <a:off x="0" y="1822345"/>
            <a:ext cx="12192000" cy="0"/>
          </a:xfrm>
          <a:prstGeom prst="line">
            <a:avLst/>
          </a:prstGeom>
          <a:ln w="12700">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0E47964-42E3-09B6-4B3F-96D1060D072B}"/>
              </a:ext>
            </a:extLst>
          </p:cNvPr>
          <p:cNvCxnSpPr>
            <a:cxnSpLocks/>
          </p:cNvCxnSpPr>
          <p:nvPr/>
        </p:nvCxnSpPr>
        <p:spPr>
          <a:xfrm flipH="1">
            <a:off x="0" y="6398068"/>
            <a:ext cx="12192000" cy="0"/>
          </a:xfrm>
          <a:prstGeom prst="line">
            <a:avLst/>
          </a:prstGeom>
          <a:ln w="9525">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8137523"/>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2">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58E6B6D-2F30-4BA9-2B55-62940E3BFCA3}"/>
              </a:ext>
            </a:extLst>
          </p:cNvPr>
          <p:cNvSpPr/>
          <p:nvPr/>
        </p:nvSpPr>
        <p:spPr>
          <a:xfrm>
            <a:off x="0" y="0"/>
            <a:ext cx="12192000" cy="6858000"/>
          </a:xfrm>
          <a:prstGeom prst="rect">
            <a:avLst/>
          </a:prstGeom>
          <a:solidFill>
            <a:schemeClr val="bg2">
              <a:lumMod val="90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201" y="1118941"/>
            <a:ext cx="6565392" cy="5200516"/>
          </a:xfrm>
        </p:spPr>
        <p:txBody>
          <a:bodyPr anchor="b">
            <a:normAutofit/>
          </a:bodyPr>
          <a:lstStyle>
            <a:lvl1pPr>
              <a:lnSpc>
                <a:spcPct val="80000"/>
              </a:lnSpc>
              <a:defRPr sz="8000" cap="all" baseline="0">
                <a:solidFill>
                  <a:schemeClr val="accent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857689" y="532759"/>
            <a:ext cx="3877110" cy="5463437"/>
          </a:xfrm>
        </p:spPr>
        <p:txBody>
          <a:bodyPr vert="horz" lIns="91440" tIns="45720" rIns="91440" bIns="45720" rtlCol="0">
            <a:normAutofit/>
          </a:bodyPr>
          <a:lstStyle>
            <a:lvl1pPr marL="457200" indent="-457200">
              <a:buFont typeface="+mj-lt"/>
              <a:buAutoNum type="arabicPeriod"/>
              <a:defRPr lang="en-US" sz="1800" dirty="0">
                <a:solidFill>
                  <a:schemeClr val="tx2"/>
                </a:solidFill>
              </a:defRPr>
            </a:lvl1pPr>
            <a:lvl2pPr marL="571500" indent="-342900">
              <a:buFont typeface="+mj-lt"/>
              <a:buAutoNum type="arabicPeriod"/>
              <a:defRPr lang="en-US" sz="1600" dirty="0">
                <a:solidFill>
                  <a:schemeClr val="tx2"/>
                </a:solidFill>
              </a:defRPr>
            </a:lvl2pPr>
            <a:lvl3pPr marL="800100" indent="-342900">
              <a:buFont typeface="+mj-lt"/>
              <a:buAutoNum type="arabicPeriod"/>
              <a:defRPr lang="en-US" sz="1600" dirty="0">
                <a:solidFill>
                  <a:schemeClr val="tx2"/>
                </a:solidFill>
              </a:defRPr>
            </a:lvl3pPr>
            <a:lvl4pPr marL="1028700" indent="-342900">
              <a:buFont typeface="+mj-lt"/>
              <a:buAutoNum type="arabicPeriod"/>
              <a:defRPr lang="en-US" sz="1400" dirty="0">
                <a:solidFill>
                  <a:schemeClr val="tx2"/>
                </a:solidFill>
              </a:defRPr>
            </a:lvl4pPr>
            <a:lvl5pPr marL="1257300" indent="-342900">
              <a:buFont typeface="+mj-lt"/>
              <a:buAutoNum type="arabicPeriod"/>
              <a:defRPr lang="en-US" sz="1400"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57200" y="6445997"/>
            <a:ext cx="3949302" cy="365125"/>
          </a:xfr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2"/>
                </a:solidFill>
              </a:defRPr>
            </a:lvl1pPr>
          </a:lstStyle>
          <a:p>
            <a:fld id="{78605A7A-4E58-4262-A4C8-0CEBAB0BD7D7}" type="datetime1">
              <a:rPr lang="en-US" smtClean="0"/>
              <a:t>4/15/2026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15" name="Straight Connector 14">
            <a:extLst>
              <a:ext uri="{FF2B5EF4-FFF2-40B4-BE49-F238E27FC236}">
                <a16:creationId xmlns:a16="http://schemas.microsoft.com/office/drawing/2014/main" id="{40E47964-42E3-09B6-4B3F-96D1060D072B}"/>
              </a:ext>
            </a:extLst>
          </p:cNvPr>
          <p:cNvCxnSpPr>
            <a:cxnSpLocks/>
          </p:cNvCxnSpPr>
          <p:nvPr/>
        </p:nvCxnSpPr>
        <p:spPr>
          <a:xfrm flipH="1">
            <a:off x="0" y="6398068"/>
            <a:ext cx="12192000" cy="0"/>
          </a:xfrm>
          <a:prstGeom prst="line">
            <a:avLst/>
          </a:prstGeom>
          <a:ln w="9525">
            <a:solidFill>
              <a:schemeClr val="tx1">
                <a:lumMod val="75000"/>
                <a:lumOff val="2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5DD64E6-257D-65B2-D2A7-6A1002E1E580}"/>
              </a:ext>
            </a:extLst>
          </p:cNvPr>
          <p:cNvCxnSpPr>
            <a:cxnSpLocks/>
          </p:cNvCxnSpPr>
          <p:nvPr/>
        </p:nvCxnSpPr>
        <p:spPr>
          <a:xfrm>
            <a:off x="740049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1686211"/>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0D0A563-F018-FFF1-B911-D69E42CEEAA5}"/>
              </a:ext>
            </a:extLst>
          </p:cNvPr>
          <p:cNvSpPr/>
          <p:nvPr/>
        </p:nvSpPr>
        <p:spPr>
          <a:xfrm>
            <a:off x="0" y="0"/>
            <a:ext cx="12192000" cy="6858000"/>
          </a:xfrm>
          <a:prstGeom prst="rect">
            <a:avLst/>
          </a:prstGeom>
          <a:solidFill>
            <a:schemeClr val="bg2">
              <a:lumMod val="90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201" y="463362"/>
            <a:ext cx="11130279" cy="1162632"/>
          </a:xfrm>
        </p:spPr>
        <p:txBody>
          <a:bodyPr anchor="ctr">
            <a:normAutofit/>
          </a:bodyPr>
          <a:lstStyle>
            <a:lvl1pPr>
              <a:defRPr sz="7200" cap="all" baseline="0">
                <a:solidFill>
                  <a:schemeClr val="accent1"/>
                </a:solidFill>
              </a:defRPr>
            </a:lvl1pPr>
          </a:lstStyle>
          <a:p>
            <a:r>
              <a:rPr lang="en-US"/>
              <a:t>Click to edit Master title style</a:t>
            </a:r>
          </a:p>
        </p:txBody>
      </p:sp>
      <p:sp>
        <p:nvSpPr>
          <p:cNvPr id="8" name="Picture Placeholder 7">
            <a:extLst>
              <a:ext uri="{FF2B5EF4-FFF2-40B4-BE49-F238E27FC236}">
                <a16:creationId xmlns:a16="http://schemas.microsoft.com/office/drawing/2014/main" id="{5DA2B1BE-7DDF-C8B4-6A46-21B5A0257D08}"/>
              </a:ext>
            </a:extLst>
          </p:cNvPr>
          <p:cNvSpPr>
            <a:spLocks noGrp="1"/>
          </p:cNvSpPr>
          <p:nvPr>
            <p:ph type="pic" sz="quarter" idx="14" hasCustomPrompt="1"/>
          </p:nvPr>
        </p:nvSpPr>
        <p:spPr>
          <a:xfrm>
            <a:off x="-8364" y="1830708"/>
            <a:ext cx="5321063" cy="4563927"/>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846552" y="2191025"/>
            <a:ext cx="5733156" cy="3894807"/>
          </a:xfrm>
        </p:spPr>
        <p:txBody>
          <a:bodyPr vert="horz" lIns="91440" tIns="45720" rIns="91440" bIns="45720" rtlCol="0">
            <a:normAutofit/>
          </a:bodyPr>
          <a:lstStyle>
            <a:lvl1pPr marL="457200" indent="-457200">
              <a:buFont typeface="+mj-lt"/>
              <a:buAutoNum type="arabicPeriod"/>
              <a:defRPr lang="en-US" sz="2000" dirty="0">
                <a:solidFill>
                  <a:schemeClr val="tx2"/>
                </a:solidFill>
              </a:defRPr>
            </a:lvl1pPr>
            <a:lvl2pPr marL="571500" indent="-342900">
              <a:buFont typeface="+mj-lt"/>
              <a:buAutoNum type="arabicPeriod"/>
              <a:defRPr lang="en-US" sz="1800" dirty="0">
                <a:solidFill>
                  <a:schemeClr val="tx2"/>
                </a:solidFill>
              </a:defRPr>
            </a:lvl2pPr>
            <a:lvl3pPr marL="800100" indent="-342900">
              <a:buFont typeface="+mj-lt"/>
              <a:buAutoNum type="arabicPeriod"/>
              <a:defRPr lang="en-US" sz="1600" dirty="0">
                <a:solidFill>
                  <a:schemeClr val="tx2"/>
                </a:solidFill>
              </a:defRPr>
            </a:lvl3pPr>
            <a:lvl4pPr marL="1028700" indent="-342900">
              <a:buFont typeface="+mj-lt"/>
              <a:buAutoNum type="arabicPeriod"/>
              <a:defRPr lang="en-US" sz="1400" dirty="0">
                <a:solidFill>
                  <a:schemeClr val="tx2"/>
                </a:solidFill>
              </a:defRPr>
            </a:lvl4pPr>
            <a:lvl5pPr marL="1257300" indent="-342900">
              <a:buFont typeface="+mj-lt"/>
              <a:buAutoNum type="arabicPeriod"/>
              <a:defRPr lang="en-US" sz="1400"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57200" y="6445997"/>
            <a:ext cx="3949302" cy="365125"/>
          </a:xfr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2"/>
                </a:solidFill>
              </a:defRPr>
            </a:lvl1pPr>
          </a:lstStyle>
          <a:p>
            <a:fld id="{59F74D3B-08F1-4128-A0DD-D98948091814}" type="datetime1">
              <a:rPr lang="en-US" smtClean="0"/>
              <a:t>4/15/2026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11" name="Straight Connector 10">
            <a:extLst>
              <a:ext uri="{FF2B5EF4-FFF2-40B4-BE49-F238E27FC236}">
                <a16:creationId xmlns:a16="http://schemas.microsoft.com/office/drawing/2014/main" id="{F06406B2-3637-5849-867E-A0ADC9D9DDA5}"/>
              </a:ext>
            </a:extLst>
          </p:cNvPr>
          <p:cNvCxnSpPr>
            <a:cxnSpLocks/>
          </p:cNvCxnSpPr>
          <p:nvPr/>
        </p:nvCxnSpPr>
        <p:spPr>
          <a:xfrm flipH="1">
            <a:off x="0" y="1822345"/>
            <a:ext cx="12192000" cy="0"/>
          </a:xfrm>
          <a:prstGeom prst="line">
            <a:avLst/>
          </a:prstGeom>
          <a:ln w="9525">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0E47964-42E3-09B6-4B3F-96D1060D072B}"/>
              </a:ext>
            </a:extLst>
          </p:cNvPr>
          <p:cNvCxnSpPr>
            <a:cxnSpLocks/>
          </p:cNvCxnSpPr>
          <p:nvPr/>
        </p:nvCxnSpPr>
        <p:spPr>
          <a:xfrm flipH="1">
            <a:off x="0" y="6398068"/>
            <a:ext cx="12192000" cy="0"/>
          </a:xfrm>
          <a:prstGeom prst="line">
            <a:avLst/>
          </a:prstGeom>
          <a:ln w="9525">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5DD64E6-257D-65B2-D2A7-6A1002E1E580}"/>
              </a:ext>
            </a:extLst>
          </p:cNvPr>
          <p:cNvCxnSpPr>
            <a:cxnSpLocks/>
          </p:cNvCxnSpPr>
          <p:nvPr/>
        </p:nvCxnSpPr>
        <p:spPr>
          <a:xfrm>
            <a:off x="5321065" y="1822345"/>
            <a:ext cx="0" cy="5035655"/>
          </a:xfrm>
          <a:prstGeom prst="line">
            <a:avLst/>
          </a:prstGeom>
          <a:ln w="9525">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64051574"/>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2919167" y="860128"/>
            <a:ext cx="6353666" cy="1711083"/>
          </a:xfrm>
        </p:spPr>
        <p:txBody>
          <a:bodyPr anchor="b">
            <a:normAutofit/>
          </a:bodyPr>
          <a:lstStyle>
            <a:lvl1pPr algn="ctr">
              <a:defRPr sz="3200">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3306618" y="3155112"/>
            <a:ext cx="5578764" cy="2442120"/>
          </a:xfrm>
        </p:spPr>
        <p:txBody>
          <a:bodyPr anchor="t"/>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0569F03E-8F3D-45C8-83CD-FE5FFA1D3D3D}" type="datetime1">
              <a:rPr lang="en-US" smtClean="0"/>
              <a:t>4/15/2026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8" name="Straight Connector 7">
            <a:extLst>
              <a:ext uri="{FF2B5EF4-FFF2-40B4-BE49-F238E27FC236}">
                <a16:creationId xmlns:a16="http://schemas.microsoft.com/office/drawing/2014/main" id="{2682F24D-05C9-B6C7-3A94-C06130BFE9B2}"/>
              </a:ext>
            </a:extLst>
          </p:cNvPr>
          <p:cNvCxnSpPr>
            <a:cxnSpLocks/>
          </p:cNvCxnSpPr>
          <p:nvPr/>
        </p:nvCxnSpPr>
        <p:spPr>
          <a:xfrm flipH="1">
            <a:off x="0" y="2783179"/>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6392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3494711" y="845617"/>
            <a:ext cx="5897862" cy="1436331"/>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3494711" y="2910484"/>
            <a:ext cx="5897862" cy="30663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4503127A-22C7-468D-93CC-12C3481D646F}" type="datetime1">
              <a:rPr lang="en-US" smtClean="0"/>
              <a:t>4/15/2026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5" name="Straight Connector 14">
            <a:extLst>
              <a:ext uri="{FF2B5EF4-FFF2-40B4-BE49-F238E27FC236}">
                <a16:creationId xmlns:a16="http://schemas.microsoft.com/office/drawing/2014/main" id="{A1AB0C69-C415-7A7B-376B-69AA51CE6A5E}"/>
              </a:ext>
            </a:extLst>
          </p:cNvPr>
          <p:cNvCxnSpPr>
            <a:cxnSpLocks/>
          </p:cNvCxnSpPr>
          <p:nvPr/>
        </p:nvCxnSpPr>
        <p:spPr>
          <a:xfrm flipH="1">
            <a:off x="0" y="253652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CFDABE4-7855-701A-F892-8CE2C6CE02A5}"/>
              </a:ext>
            </a:extLst>
          </p:cNvPr>
          <p:cNvCxnSpPr>
            <a:cxnSpLocks/>
          </p:cNvCxnSpPr>
          <p:nvPr/>
        </p:nvCxnSpPr>
        <p:spPr>
          <a:xfrm>
            <a:off x="3019559"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58559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721299"/>
            <a:ext cx="3689927" cy="1486906"/>
          </a:xfrm>
        </p:spPr>
        <p:txBody>
          <a:bodyPr anchor="t"/>
          <a:lstStyle>
            <a:lvl1pPr>
              <a:defRPr>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904515" y="2780147"/>
            <a:ext cx="6567049" cy="3359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08E3289B-2847-4243-8AC2-16B80421B246}" type="datetime1">
              <a:rPr lang="en-US" smtClean="0"/>
              <a:t>4/15/2026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1" name="Straight Connector 10">
            <a:extLst>
              <a:ext uri="{FF2B5EF4-FFF2-40B4-BE49-F238E27FC236}">
                <a16:creationId xmlns:a16="http://schemas.microsoft.com/office/drawing/2014/main" id="{4BF5C1EC-3A2D-2E51-65A6-6155B3776C4A}"/>
              </a:ext>
            </a:extLst>
          </p:cNvPr>
          <p:cNvCxnSpPr>
            <a:cxnSpLocks/>
          </p:cNvCxnSpPr>
          <p:nvPr/>
        </p:nvCxnSpPr>
        <p:spPr>
          <a:xfrm flipH="1">
            <a:off x="0" y="2397979"/>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797FEE4-9B7E-CE58-4AA3-EC6E3E1861F3}"/>
              </a:ext>
            </a:extLst>
          </p:cNvPr>
          <p:cNvCxnSpPr>
            <a:cxnSpLocks/>
          </p:cNvCxnSpPr>
          <p:nvPr/>
        </p:nvCxnSpPr>
        <p:spPr>
          <a:xfrm>
            <a:off x="4469245"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606792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3360">
          <p15:clr>
            <a:srgbClr val="FBAE40"/>
          </p15:clr>
        </p15:guide>
        <p15:guide id="4" pos="2928">
          <p15:clr>
            <a:srgbClr val="FBAE40"/>
          </p15:clr>
        </p15:guide>
        <p15:guide id="5" pos="475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1163119"/>
            <a:ext cx="4152377" cy="3434657"/>
          </a:xfrm>
        </p:spPr>
        <p:txBody>
          <a:bodyPr anchor="t"/>
          <a:lstStyle>
            <a:lvl1pPr>
              <a:defRPr>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5824602" y="1153691"/>
            <a:ext cx="5496988" cy="4568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4A2B06BC-4130-43D9-8C70-3F4149BEA124}" type="datetime1">
              <a:rPr lang="en-US" smtClean="0"/>
              <a:t>4/15/2026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0" name="Straight Connector 9">
            <a:extLst>
              <a:ext uri="{FF2B5EF4-FFF2-40B4-BE49-F238E27FC236}">
                <a16:creationId xmlns:a16="http://schemas.microsoft.com/office/drawing/2014/main" id="{E151E503-5C8D-3CDA-5CC2-A56B4F2A6193}"/>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BEA2129-EA91-4982-7EB1-1F590E56CA3B}"/>
              </a:ext>
            </a:extLst>
          </p:cNvPr>
          <p:cNvCxnSpPr>
            <a:cxnSpLocks/>
          </p:cNvCxnSpPr>
          <p:nvPr/>
        </p:nvCxnSpPr>
        <p:spPr>
          <a:xfrm>
            <a:off x="5323105"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72900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720473"/>
            <a:ext cx="3664107" cy="3864052"/>
          </a:xfrm>
        </p:spPr>
        <p:txBody>
          <a:bodyPr anchor="t"/>
          <a:lstStyle>
            <a:lvl1pPr>
              <a:defRPr>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5270349" y="720473"/>
            <a:ext cx="6309360" cy="5303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E6658FB9-5B5A-40D6-B700-5844DFBC6D9D}" type="datetime1">
              <a:rPr lang="en-US" smtClean="0"/>
              <a:t>4/15/2026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9" name="Straight Connector 8">
            <a:extLst>
              <a:ext uri="{FF2B5EF4-FFF2-40B4-BE49-F238E27FC236}">
                <a16:creationId xmlns:a16="http://schemas.microsoft.com/office/drawing/2014/main" id="{A6AC6891-86BE-FF41-E94E-AB97BFFB2322}"/>
              </a:ext>
            </a:extLst>
          </p:cNvPr>
          <p:cNvCxnSpPr>
            <a:cxnSpLocks/>
          </p:cNvCxnSpPr>
          <p:nvPr/>
        </p:nvCxnSpPr>
        <p:spPr>
          <a:xfrm>
            <a:off x="4643464"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151E503-5C8D-3CDA-5CC2-A56B4F2A6193}"/>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770474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720473"/>
            <a:ext cx="3280573" cy="3864052"/>
          </a:xfrm>
        </p:spPr>
        <p:txBody>
          <a:bodyPr anchor="t"/>
          <a:lstStyle>
            <a:lvl1pPr>
              <a:defRPr>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662388" y="720473"/>
            <a:ext cx="7072408"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280570"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1ADA2446-1DA6-4646-A7C8-A97E4FEED4A5}" type="datetime1">
              <a:rPr lang="en-US" smtClean="0"/>
              <a:t>4/15/2026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9" name="Straight Connector 8">
            <a:extLst>
              <a:ext uri="{FF2B5EF4-FFF2-40B4-BE49-F238E27FC236}">
                <a16:creationId xmlns:a16="http://schemas.microsoft.com/office/drawing/2014/main" id="{A6AC6891-86BE-FF41-E94E-AB97BFFB2322}"/>
              </a:ext>
            </a:extLst>
          </p:cNvPr>
          <p:cNvCxnSpPr>
            <a:cxnSpLocks/>
          </p:cNvCxnSpPr>
          <p:nvPr/>
        </p:nvCxnSpPr>
        <p:spPr>
          <a:xfrm>
            <a:off x="4140231"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151E503-5C8D-3CDA-5CC2-A56B4F2A6193}"/>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311972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911995" y="559483"/>
            <a:ext cx="6825541" cy="1009652"/>
          </a:xfrm>
        </p:spPr>
        <p:txBody>
          <a:bodyPr anchor="b"/>
          <a:lstStyle/>
          <a:p>
            <a:r>
              <a:rPr lang="en-US"/>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1"/>
            <a:ext cx="4421943" cy="6398066"/>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911994" y="2083837"/>
            <a:ext cx="6825545" cy="4032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811448"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2DE5AF8D-062C-4564-BE74-279E83E29552}" type="datetime1">
              <a:rPr lang="en-US" smtClean="0"/>
              <a:t>4/15/2026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4423739"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4425535" y="1810995"/>
            <a:ext cx="7750205"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52375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1" y="557784"/>
            <a:ext cx="6781799" cy="1009652"/>
          </a:xfrm>
        </p:spPr>
        <p:txBody>
          <a:bodyPr anchor="b"/>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57200" y="2084832"/>
            <a:ext cx="6781800" cy="4032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7758244" y="1"/>
            <a:ext cx="4441796" cy="6398066"/>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ADA1DED5-D880-408E-9B87-244378097D23}" type="datetime1">
              <a:rPr lang="en-US" smtClean="0"/>
              <a:t>4/15/2026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7750205"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0" y="1810512"/>
            <a:ext cx="7750205"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436054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472644" y="669386"/>
            <a:ext cx="7231413" cy="1005840"/>
          </a:xfrm>
        </p:spPr>
        <p:txBody>
          <a:bodyPr/>
          <a:lstStyle/>
          <a:p>
            <a:r>
              <a:rPr lang="en-US"/>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8994" y="-5468"/>
            <a:ext cx="4011836" cy="6398066"/>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472644" y="1812385"/>
            <a:ext cx="7231407" cy="44238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408011"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80B7660C-CAF5-4FC9-86B5-B26A7E4A8EC1}" type="datetime1">
              <a:rPr lang="en-US" smtClean="0"/>
              <a:t>4/15/2026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4009212"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068829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680728"/>
            <a:ext cx="7281067" cy="100584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57200" y="1823728"/>
            <a:ext cx="7281061" cy="44238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8195489" y="-6369"/>
            <a:ext cx="3996512" cy="6398066"/>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70CD6142-072F-48E5-B67D-3EF3F812C6FE}" type="datetime1">
              <a:rPr lang="en-US" smtClean="0"/>
              <a:t>4/15/2026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8188287"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791541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5365423" y="678485"/>
            <a:ext cx="6369370" cy="1005840"/>
          </a:xfrm>
        </p:spPr>
        <p:txBody>
          <a:bodyPr/>
          <a:lstStyle/>
          <a:p>
            <a:r>
              <a:rPr lang="en-US"/>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8466"/>
            <a:ext cx="4886539" cy="6398066"/>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5373890" y="1821484"/>
            <a:ext cx="6360897" cy="42921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D297296F-18E7-4078-BB93-29D93663E6A0}" type="datetime1">
              <a:rPr lang="en-US" smtClean="0"/>
              <a:t>4/15/2026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4890812"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088544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678485"/>
            <a:ext cx="6369370" cy="100584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57200" y="1821484"/>
            <a:ext cx="6360897" cy="42921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7277100" y="-8466"/>
            <a:ext cx="4914895" cy="6398066"/>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39E9172E-8915-4EB5-A370-10EC0AFCA12E}" type="datetime1">
              <a:rPr lang="en-US" smtClean="0"/>
              <a:t>4/15/2026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7270008"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49622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8191500" y="458144"/>
            <a:ext cx="3433926" cy="1681551"/>
          </a:xfrm>
        </p:spPr>
        <p:txBody>
          <a:bodyPr/>
          <a:lstStyle/>
          <a:p>
            <a:r>
              <a:rPr lang="en-US"/>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0"/>
            <a:ext cx="7722292" cy="6396281"/>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8191500" y="2276856"/>
            <a:ext cx="3433926" cy="37856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EAB63082-E6A0-4066-A0B6-20A068686B3D}" type="datetime1">
              <a:rPr lang="en-US" smtClean="0"/>
              <a:t>4/15/2026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985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A67EAFE-BA64-2156-9780-AA400F6F3026}"/>
              </a:ext>
            </a:extLst>
          </p:cNvPr>
          <p:cNvCxnSpPr>
            <a:cxnSpLocks/>
          </p:cNvCxnSpPr>
          <p:nvPr/>
        </p:nvCxnSpPr>
        <p:spPr>
          <a:xfrm>
            <a:off x="7727358"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910193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458145"/>
            <a:ext cx="4000497" cy="1679799"/>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57200" y="2272880"/>
            <a:ext cx="4000497" cy="37894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4853323" y="0"/>
            <a:ext cx="7338676" cy="6396281"/>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4000500"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95658D0F-C182-4C92-ACB9-F964CC184FE5}" type="datetime1">
              <a:rPr lang="en-US" smtClean="0"/>
              <a:t>4/15/2026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985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4849331"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93388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7739922" y="458144"/>
            <a:ext cx="3909536" cy="1485873"/>
          </a:xfrm>
        </p:spPr>
        <p:txBody>
          <a:bodyPr/>
          <a:lstStyle/>
          <a:p>
            <a:r>
              <a:rPr lang="en-US"/>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0"/>
            <a:ext cx="7268396" cy="6396281"/>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7739922" y="2463789"/>
            <a:ext cx="3909534" cy="35610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752D4831-0D6F-486E-80BE-7F39D2F5ED34}" type="datetime1">
              <a:rPr lang="en-US" smtClean="0"/>
              <a:t>4/15/2026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985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A67EAFE-BA64-2156-9780-AA400F6F3026}"/>
              </a:ext>
            </a:extLst>
          </p:cNvPr>
          <p:cNvCxnSpPr>
            <a:cxnSpLocks/>
          </p:cNvCxnSpPr>
          <p:nvPr/>
        </p:nvCxnSpPr>
        <p:spPr>
          <a:xfrm>
            <a:off x="7271347"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54F2342-86AA-3EA4-EB3B-2DB8D68315E6}"/>
              </a:ext>
            </a:extLst>
          </p:cNvPr>
          <p:cNvCxnSpPr>
            <a:cxnSpLocks/>
          </p:cNvCxnSpPr>
          <p:nvPr/>
        </p:nvCxnSpPr>
        <p:spPr>
          <a:xfrm flipH="1">
            <a:off x="7227420" y="2212509"/>
            <a:ext cx="493532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679607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8664673" y="586591"/>
            <a:ext cx="2915036" cy="1600279"/>
          </a:xfrm>
        </p:spPr>
        <p:txBody>
          <a:bodyPr/>
          <a:lstStyle/>
          <a:p>
            <a:r>
              <a:rPr lang="en-US"/>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0"/>
            <a:ext cx="8186508" cy="6396281"/>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8664673" y="2714536"/>
            <a:ext cx="2915038" cy="32271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0F7C01F2-786A-4547-AA46-CD2877B354BD}" type="datetime1">
              <a:rPr lang="en-US" smtClean="0"/>
              <a:t>4/15/2026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985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0E6711F-CD71-AB46-003C-BE1DB3B8E841}"/>
              </a:ext>
            </a:extLst>
          </p:cNvPr>
          <p:cNvCxnSpPr>
            <a:cxnSpLocks/>
          </p:cNvCxnSpPr>
          <p:nvPr/>
        </p:nvCxnSpPr>
        <p:spPr>
          <a:xfrm>
            <a:off x="8187768"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D5807C1-3535-030D-D48C-9F2B70401B10}"/>
              </a:ext>
            </a:extLst>
          </p:cNvPr>
          <p:cNvCxnSpPr>
            <a:cxnSpLocks/>
          </p:cNvCxnSpPr>
          <p:nvPr/>
        </p:nvCxnSpPr>
        <p:spPr>
          <a:xfrm flipH="1">
            <a:off x="8186508" y="2443138"/>
            <a:ext cx="4005492"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41284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5036986"/>
            <a:ext cx="3985579" cy="1397477"/>
          </a:xfrm>
        </p:spPr>
        <p:txBody>
          <a:bodyPr anchor="t"/>
          <a:lstStyle/>
          <a:p>
            <a:r>
              <a:rPr lang="en-US"/>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8965"/>
            <a:ext cx="12191999" cy="4767811"/>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5203180" y="5054245"/>
            <a:ext cx="6376529" cy="1319832"/>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EB499ABE-5F93-4088-8566-BB529608048F}" type="datetime1">
              <a:rPr lang="en-US" smtClean="0"/>
              <a:t>4/15/2026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8" name="Straight Connector 7">
            <a:extLst>
              <a:ext uri="{FF2B5EF4-FFF2-40B4-BE49-F238E27FC236}">
                <a16:creationId xmlns:a16="http://schemas.microsoft.com/office/drawing/2014/main" id="{0493C13E-01BF-7326-0714-59845741BBF3}"/>
              </a:ext>
            </a:extLst>
          </p:cNvPr>
          <p:cNvCxnSpPr>
            <a:cxnSpLocks/>
          </p:cNvCxnSpPr>
          <p:nvPr/>
        </p:nvCxnSpPr>
        <p:spPr>
          <a:xfrm flipH="1">
            <a:off x="0" y="4759186"/>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B245A6F-9312-AEBD-1066-A68010EEF5A3}"/>
              </a:ext>
            </a:extLst>
          </p:cNvPr>
          <p:cNvCxnSpPr>
            <a:cxnSpLocks/>
          </p:cNvCxnSpPr>
          <p:nvPr/>
        </p:nvCxnSpPr>
        <p:spPr>
          <a:xfrm>
            <a:off x="4724925" y="4758846"/>
            <a:ext cx="0" cy="2099154"/>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949604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199" y="3959530"/>
            <a:ext cx="3512409" cy="2199864"/>
          </a:xfrm>
        </p:spPr>
        <p:txBody>
          <a:bodyPr anchor="t"/>
          <a:lstStyle/>
          <a:p>
            <a:r>
              <a:rPr lang="en-US"/>
              <a:t>Click to edit Master title style</a:t>
            </a:r>
          </a:p>
        </p:txBody>
      </p:sp>
      <p:sp>
        <p:nvSpPr>
          <p:cNvPr id="15" name="Picture Placeholder 14">
            <a:extLst>
              <a:ext uri="{FF2B5EF4-FFF2-40B4-BE49-F238E27FC236}">
                <a16:creationId xmlns:a16="http://schemas.microsoft.com/office/drawing/2014/main" id="{3B441162-7125-E1E0-1B82-FCC1AB84227E}"/>
              </a:ext>
            </a:extLst>
          </p:cNvPr>
          <p:cNvSpPr>
            <a:spLocks noGrp="1"/>
          </p:cNvSpPr>
          <p:nvPr>
            <p:ph type="pic" sz="quarter" idx="13" hasCustomPrompt="1"/>
          </p:nvPr>
        </p:nvSpPr>
        <p:spPr>
          <a:xfrm>
            <a:off x="-857" y="-1"/>
            <a:ext cx="12192000" cy="3648977"/>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723613" y="3959529"/>
            <a:ext cx="7011183" cy="23695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1" y="6445997"/>
            <a:ext cx="3543299"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AED3A249-75EB-4C76-9409-A32D8B181240}" type="datetime1">
              <a:rPr lang="en-US" smtClean="0"/>
              <a:t>4/15/2026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8" name="Straight Connector 7">
            <a:extLst>
              <a:ext uri="{FF2B5EF4-FFF2-40B4-BE49-F238E27FC236}">
                <a16:creationId xmlns:a16="http://schemas.microsoft.com/office/drawing/2014/main" id="{2FF81FBD-8D67-B5E4-E22E-74E98EF89F80}"/>
              </a:ext>
            </a:extLst>
          </p:cNvPr>
          <p:cNvCxnSpPr>
            <a:cxnSpLocks/>
          </p:cNvCxnSpPr>
          <p:nvPr/>
        </p:nvCxnSpPr>
        <p:spPr>
          <a:xfrm>
            <a:off x="4290210" y="3648976"/>
            <a:ext cx="0" cy="3209024"/>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8892870-1B48-2935-21E8-3BC6F474C661}"/>
              </a:ext>
            </a:extLst>
          </p:cNvPr>
          <p:cNvCxnSpPr>
            <a:cxnSpLocks/>
          </p:cNvCxnSpPr>
          <p:nvPr/>
        </p:nvCxnSpPr>
        <p:spPr>
          <a:xfrm flipH="1">
            <a:off x="-857" y="3654706"/>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89581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451413"/>
            <a:ext cx="3511296" cy="1645744"/>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727448" y="451414"/>
            <a:ext cx="7013448" cy="22151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1" y="2746159"/>
            <a:ext cx="3543299"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a:xfrm>
            <a:off x="9737594" y="2746159"/>
            <a:ext cx="1842115" cy="365125"/>
          </a:xfrm>
        </p:spPr>
        <p:txBody>
          <a:bodyPr/>
          <a:lstStyle/>
          <a:p>
            <a:fld id="{63E7A831-F734-410E-9779-E79021D23E13}" type="datetime1">
              <a:rPr lang="en-US" smtClean="0"/>
              <a:t>4/15/2026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a:xfrm>
            <a:off x="11734800" y="2746159"/>
            <a:ext cx="457200" cy="365125"/>
          </a:xfrm>
        </p:spPr>
        <p:txBody>
          <a:bodyPr/>
          <a:lstStyle/>
          <a:p>
            <a:fld id="{DDF60B60-82CA-4BB9-BA6E-A62FADF2374B}" type="slidenum">
              <a:rPr lang="en-US" smtClean="0"/>
              <a:t>‹#›</a:t>
            </a:fld>
            <a:endParaRPr lang="en-US"/>
          </a:p>
        </p:txBody>
      </p:sp>
      <p:sp>
        <p:nvSpPr>
          <p:cNvPr id="15" name="Picture Placeholder 14">
            <a:extLst>
              <a:ext uri="{FF2B5EF4-FFF2-40B4-BE49-F238E27FC236}">
                <a16:creationId xmlns:a16="http://schemas.microsoft.com/office/drawing/2014/main" id="{3B441162-7125-E1E0-1B82-FCC1AB84227E}"/>
              </a:ext>
            </a:extLst>
          </p:cNvPr>
          <p:cNvSpPr>
            <a:spLocks noGrp="1"/>
          </p:cNvSpPr>
          <p:nvPr>
            <p:ph type="pic" sz="quarter" idx="13" hasCustomPrompt="1"/>
          </p:nvPr>
        </p:nvSpPr>
        <p:spPr>
          <a:xfrm>
            <a:off x="0" y="3182112"/>
            <a:ext cx="12191143" cy="3675888"/>
          </a:xfrm>
          <a:blipFill dpi="0" rotWithShape="1">
            <a:blip r:embed="rId2">
              <a:alphaModFix amt="80000"/>
            </a:blip>
            <a:srcRect/>
            <a:stretch>
              <a:fillRect/>
            </a:stretch>
          </a:blipFill>
        </p:spPr>
        <p:txBody>
          <a:bodyPr/>
          <a:lstStyle>
            <a:lvl1pPr marL="0" indent="0">
              <a:buNone/>
              <a:defRPr/>
            </a:lvl1pPr>
          </a:lstStyle>
          <a:p>
            <a:r>
              <a:rPr lang="en-US"/>
              <a:t> </a:t>
            </a:r>
          </a:p>
        </p:txBody>
      </p:sp>
      <p:cxnSp>
        <p:nvCxnSpPr>
          <p:cNvPr id="7" name="Straight Connector 6">
            <a:extLst>
              <a:ext uri="{FF2B5EF4-FFF2-40B4-BE49-F238E27FC236}">
                <a16:creationId xmlns:a16="http://schemas.microsoft.com/office/drawing/2014/main" id="{78892870-1B48-2935-21E8-3BC6F474C661}"/>
              </a:ext>
            </a:extLst>
          </p:cNvPr>
          <p:cNvCxnSpPr>
            <a:cxnSpLocks/>
          </p:cNvCxnSpPr>
          <p:nvPr/>
        </p:nvCxnSpPr>
        <p:spPr>
          <a:xfrm flipH="1">
            <a:off x="-857" y="3174990"/>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12E0C665-CD78-E346-994A-0AC535ACCC98}"/>
              </a:ext>
            </a:extLst>
          </p:cNvPr>
          <p:cNvCxnSpPr>
            <a:cxnSpLocks/>
          </p:cNvCxnSpPr>
          <p:nvPr/>
        </p:nvCxnSpPr>
        <p:spPr>
          <a:xfrm>
            <a:off x="4288536" y="0"/>
            <a:ext cx="0" cy="3182112"/>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577139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199" y="681037"/>
            <a:ext cx="11277596" cy="1009652"/>
          </a:xfrm>
        </p:spPr>
        <p:txBody>
          <a:bodyPr anchor="ct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57201" y="2098467"/>
            <a:ext cx="4415882" cy="40784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5332581" y="1829880"/>
            <a:ext cx="6863265" cy="4566088"/>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4D06634F-DA76-40B0-97CF-85DC9063AB6E}" type="datetime1">
              <a:rPr lang="en-US" smtClean="0"/>
              <a:t>4/15/2026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5326714" y="1825625"/>
            <a:ext cx="0" cy="5032375"/>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0" y="1825625"/>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39AB141-EFC4-A843-71E7-C52C8709BA26}"/>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048504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199" y="681037"/>
            <a:ext cx="11277595" cy="1009652"/>
          </a:xfrm>
        </p:spPr>
        <p:txBody>
          <a:bodyPr anchor="ctr"/>
          <a:lstStyle/>
          <a:p>
            <a:r>
              <a:rPr lang="en-US"/>
              <a:t>Click to edit Master title style</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57200" y="2098467"/>
            <a:ext cx="6802582" cy="4032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7756147" y="1829880"/>
            <a:ext cx="4441796" cy="4566088"/>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2CC66734-9A2A-4446-A520-0882E1F375C6}" type="datetime1">
              <a:rPr lang="en-US" smtClean="0"/>
              <a:t>4/15/2026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7750205" y="1825625"/>
            <a:ext cx="0" cy="5032375"/>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0" y="1825625"/>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39AB141-EFC4-A843-71E7-C52C8709BA26}"/>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371061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199" y="377072"/>
            <a:ext cx="4958078" cy="1225485"/>
          </a:xfrm>
        </p:spPr>
        <p:txBody>
          <a:bodyPr anchor="t"/>
          <a:lstStyle/>
          <a:p>
            <a:r>
              <a:rPr lang="en-US"/>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1842182"/>
            <a:ext cx="5758172" cy="4546457"/>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6176142" y="377072"/>
            <a:ext cx="5558655" cy="57974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DCB4D471-E280-448C-B853-A053C5314683}" type="datetime1">
              <a:rPr lang="en-US" smtClean="0"/>
              <a:t>4/15/2026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57362BC-3CD1-D6F5-CB9B-B2AAD7EAD176}"/>
              </a:ext>
            </a:extLst>
          </p:cNvPr>
          <p:cNvCxnSpPr>
            <a:cxnSpLocks/>
          </p:cNvCxnSpPr>
          <p:nvPr/>
        </p:nvCxnSpPr>
        <p:spPr>
          <a:xfrm>
            <a:off x="5758174"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0" y="1842182"/>
            <a:ext cx="5758174"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883915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377072"/>
            <a:ext cx="4000500" cy="1225485"/>
          </a:xfrm>
        </p:spPr>
        <p:txBody>
          <a:bodyPr anchor="t"/>
          <a:lstStyle/>
          <a:p>
            <a:r>
              <a:rPr lang="en-US"/>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1847087"/>
            <a:ext cx="4922517" cy="4544568"/>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5438534" y="377072"/>
            <a:ext cx="6141175" cy="57974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02EFF2A1-EC7F-4AB7-95CC-1A5D4960DDDC}" type="datetime1">
              <a:rPr lang="en-US" smtClean="0"/>
              <a:t>4/15/2026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0" y="1849497"/>
            <a:ext cx="4648195"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57362BC-3CD1-D6F5-CB9B-B2AAD7EAD176}"/>
              </a:ext>
            </a:extLst>
          </p:cNvPr>
          <p:cNvCxnSpPr>
            <a:cxnSpLocks/>
          </p:cNvCxnSpPr>
          <p:nvPr/>
        </p:nvCxnSpPr>
        <p:spPr>
          <a:xfrm>
            <a:off x="4922519"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92120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1" y="4407360"/>
            <a:ext cx="3543299" cy="1732820"/>
          </a:xfrm>
        </p:spPr>
        <p:txBody>
          <a:bodyPr anchor="t"/>
          <a:lstStyle/>
          <a:p>
            <a:r>
              <a:rPr lang="en-US"/>
              <a:t>Click to edit Master title style</a:t>
            </a:r>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1" y="466598"/>
            <a:ext cx="4460008" cy="3601433"/>
          </a:xfrm>
          <a:blipFill dpi="0" rotWithShape="1">
            <a:blip r:embed="rId2">
              <a:alphaModFix amt="80000"/>
            </a:blip>
            <a:srcRect/>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892635" y="788704"/>
            <a:ext cx="6730614" cy="53858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543300"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725C997E-D623-46F9-983F-02EE2A50E962}" type="datetime1">
              <a:rPr lang="en-US" smtClean="0"/>
              <a:t>4/15/2026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0" y="4068031"/>
            <a:ext cx="4460008"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57362BC-3CD1-D6F5-CB9B-B2AAD7EAD176}"/>
              </a:ext>
            </a:extLst>
          </p:cNvPr>
          <p:cNvCxnSpPr>
            <a:cxnSpLocks/>
          </p:cNvCxnSpPr>
          <p:nvPr/>
        </p:nvCxnSpPr>
        <p:spPr>
          <a:xfrm>
            <a:off x="4460008"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40D58D1-F636-9620-582E-41FBB707092B}"/>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921055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91F6A87-CC7B-D4BD-1F6A-C3948971C39D}"/>
              </a:ext>
            </a:extLst>
          </p:cNvPr>
          <p:cNvSpPr/>
          <p:nvPr/>
        </p:nvSpPr>
        <p:spPr>
          <a:xfrm>
            <a:off x="0" y="0"/>
            <a:ext cx="12192000"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1188720" y="5264780"/>
            <a:ext cx="9811512" cy="1097280"/>
          </a:xfrm>
        </p:spPr>
        <p:txBody>
          <a:bodyPr vert="horz" lIns="91440" tIns="45720" rIns="91440" bIns="45720" rtlCol="0" anchor="ctr">
            <a:normAutofit/>
          </a:bodyPr>
          <a:lstStyle>
            <a:lvl1pPr algn="ctr">
              <a:lnSpc>
                <a:spcPct val="110000"/>
              </a:lnSpc>
              <a:defRPr lang="en-US" sz="2800" cap="all" spc="100" baseline="0" dirty="0">
                <a:solidFill>
                  <a:schemeClr val="tx2">
                    <a:lumMod val="90000"/>
                  </a:schemeClr>
                </a:solidFill>
                <a:latin typeface="+mn-lt"/>
              </a:defRPr>
            </a:lvl1pPr>
          </a:lstStyle>
          <a:p>
            <a:pPr lvl="0"/>
            <a:r>
              <a:rPr lang="en-US"/>
              <a:t>Click to edit Master title styles</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493776" y="676656"/>
            <a:ext cx="11201400" cy="4206240"/>
          </a:xfrm>
        </p:spPr>
        <p:txBody>
          <a:bodyPr vert="horz" lIns="91440" tIns="45720" rIns="91440" bIns="45720" rtlCol="0" anchor="b">
            <a:normAutofit/>
          </a:bodyPr>
          <a:lstStyle>
            <a:lvl1pPr marL="0" indent="0" algn="ctr">
              <a:lnSpc>
                <a:spcPct val="90000"/>
              </a:lnSpc>
              <a:spcBef>
                <a:spcPts val="0"/>
              </a:spcBef>
              <a:buNone/>
              <a:defRPr lang="en-US" sz="27800" dirty="0">
                <a:solidFill>
                  <a:schemeClr val="tx2">
                    <a:lumMod val="90000"/>
                  </a:schemeClr>
                </a:solidFill>
                <a:latin typeface="+mj-lt"/>
              </a:defRPr>
            </a:lvl1pPr>
          </a:lstStyle>
          <a:p>
            <a:pPr lvl="0"/>
            <a:r>
              <a:rPr lang="en-US"/>
              <a:t>##%</a:t>
            </a:r>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2"/>
                </a:solidFill>
              </a:defRPr>
            </a:lvl1pPr>
          </a:lstStyle>
          <a:p>
            <a:fld id="{C9562A37-9792-4A3D-AC02-6A4B23C1446C}" type="datetime1">
              <a:rPr lang="en-US" smtClean="0"/>
              <a:t>4/15/2026</a:t>
            </a:fld>
            <a:endParaRPr lang="en-US"/>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10" name="Straight Connector 9">
            <a:extLst>
              <a:ext uri="{FF2B5EF4-FFF2-40B4-BE49-F238E27FC236}">
                <a16:creationId xmlns:a16="http://schemas.microsoft.com/office/drawing/2014/main" id="{85ADE133-B5D6-A1C0-6BC9-C723D008EC0E}"/>
              </a:ext>
            </a:extLst>
          </p:cNvPr>
          <p:cNvCxnSpPr>
            <a:cxnSpLocks/>
          </p:cNvCxnSpPr>
          <p:nvPr/>
        </p:nvCxnSpPr>
        <p:spPr>
          <a:xfrm flipH="1">
            <a:off x="0" y="5018669"/>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6718865"/>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2">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F9816A-24DB-A6D2-3F39-E78DC5E1C26D}"/>
              </a:ext>
            </a:extLst>
          </p:cNvPr>
          <p:cNvSpPr/>
          <p:nvPr/>
        </p:nvSpPr>
        <p:spPr>
          <a:xfrm>
            <a:off x="0" y="0"/>
            <a:ext cx="12192000" cy="6858000"/>
          </a:xfrm>
          <a:prstGeom prst="rect">
            <a:avLst/>
          </a:prstGeom>
          <a:solidFill>
            <a:schemeClr val="accent2">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806196" y="5248656"/>
            <a:ext cx="10579608" cy="896112"/>
          </a:xfrm>
        </p:spPr>
        <p:txBody>
          <a:bodyPr vert="horz" lIns="91440" tIns="45720" rIns="91440" bIns="45720" rtlCol="0" anchor="ctr">
            <a:normAutofit/>
          </a:bodyPr>
          <a:lstStyle>
            <a:lvl1pPr algn="ctr">
              <a:lnSpc>
                <a:spcPct val="110000"/>
              </a:lnSpc>
              <a:defRPr lang="en-US" sz="2400" cap="all" spc="200" baseline="0" dirty="0">
                <a:solidFill>
                  <a:schemeClr val="accent4">
                    <a:lumMod val="75000"/>
                  </a:schemeClr>
                </a:solidFill>
                <a:latin typeface="+mn-lt"/>
              </a:defRPr>
            </a:lvl1pPr>
          </a:lstStyle>
          <a:p>
            <a:pPr lvl="0"/>
            <a:r>
              <a:rPr lang="en-US"/>
              <a:t>Click to edit Master title styles</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495300" y="603504"/>
            <a:ext cx="11201400" cy="4206240"/>
          </a:xfrm>
        </p:spPr>
        <p:txBody>
          <a:bodyPr vert="horz" lIns="91440" tIns="45720" rIns="91440" bIns="45720" rtlCol="0" anchor="b">
            <a:normAutofit/>
          </a:bodyPr>
          <a:lstStyle>
            <a:lvl1pPr marL="0" indent="0" algn="ctr">
              <a:lnSpc>
                <a:spcPct val="90000"/>
              </a:lnSpc>
              <a:spcBef>
                <a:spcPts val="0"/>
              </a:spcBef>
              <a:buNone/>
              <a:defRPr lang="en-US" sz="27800" dirty="0">
                <a:solidFill>
                  <a:schemeClr val="accent4">
                    <a:lumMod val="75000"/>
                  </a:schemeClr>
                </a:solidFill>
                <a:latin typeface="+mj-lt"/>
              </a:defRPr>
            </a:lvl1pPr>
          </a:lstStyle>
          <a:p>
            <a:pPr lvl="0"/>
            <a:r>
              <a:rPr lang="en-US"/>
              <a:t>##%</a:t>
            </a:r>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2"/>
                </a:solidFill>
              </a:defRPr>
            </a:lvl1pPr>
          </a:lstStyle>
          <a:p>
            <a:fld id="{1F117CE1-1F0B-4FFC-8B82-41B7D828BC9C}" type="datetime1">
              <a:rPr lang="en-US" smtClean="0"/>
              <a:t>4/15/2026</a:t>
            </a:fld>
            <a:endParaRPr lang="en-US"/>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6" name="Straight Connector 5">
            <a:extLst>
              <a:ext uri="{FF2B5EF4-FFF2-40B4-BE49-F238E27FC236}">
                <a16:creationId xmlns:a16="http://schemas.microsoft.com/office/drawing/2014/main" id="{64C657CA-BC15-CFB3-68A2-CD405FBC42E3}"/>
              </a:ext>
            </a:extLst>
          </p:cNvPr>
          <p:cNvCxnSpPr>
            <a:cxnSpLocks/>
          </p:cNvCxnSpPr>
          <p:nvPr/>
        </p:nvCxnSpPr>
        <p:spPr>
          <a:xfrm flipH="1">
            <a:off x="0" y="5018669"/>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2258A7C-B0B2-E98B-CC50-E513F3F96778}"/>
              </a:ext>
            </a:extLst>
          </p:cNvPr>
          <p:cNvCxnSpPr>
            <a:cxnSpLocks/>
          </p:cNvCxnSpPr>
          <p:nvPr/>
        </p:nvCxnSpPr>
        <p:spPr>
          <a:xfrm flipH="1">
            <a:off x="0" y="6396171"/>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7739990"/>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3">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FDE1DC1-9689-2EE3-E7BA-1B5865E69925}"/>
              </a:ext>
            </a:extLst>
          </p:cNvPr>
          <p:cNvSpPr/>
          <p:nvPr/>
        </p:nvSpPr>
        <p:spPr>
          <a:xfrm>
            <a:off x="0" y="0"/>
            <a:ext cx="12192000" cy="6858000"/>
          </a:xfrm>
          <a:prstGeom prst="rect">
            <a:avLst/>
          </a:prstGeom>
          <a:solidFill>
            <a:schemeClr val="accent2">
              <a:lumMod val="60000"/>
              <a:lumOff val="40000"/>
              <a:alpha val="9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1718209" y="5095152"/>
            <a:ext cx="8755582" cy="1397088"/>
          </a:xfrm>
        </p:spPr>
        <p:txBody>
          <a:bodyPr vert="horz" lIns="91440" tIns="45720" rIns="91440" bIns="45720" rtlCol="0" anchor="ctr">
            <a:normAutofit/>
          </a:bodyPr>
          <a:lstStyle>
            <a:lvl1pPr algn="ctr">
              <a:lnSpc>
                <a:spcPct val="120000"/>
              </a:lnSpc>
              <a:defRPr lang="en-US" sz="2600" cap="all" spc="100" baseline="0" dirty="0">
                <a:solidFill>
                  <a:schemeClr val="accent4"/>
                </a:solidFill>
                <a:latin typeface="+mn-lt"/>
              </a:defRPr>
            </a:lvl1pPr>
          </a:lstStyle>
          <a:p>
            <a:pPr lvl="0"/>
            <a:r>
              <a:rPr lang="en-US"/>
              <a:t>Click to edit Master title styles</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915924" y="604476"/>
            <a:ext cx="10360152" cy="3886200"/>
          </a:xfrm>
        </p:spPr>
        <p:txBody>
          <a:bodyPr vert="horz" lIns="91440" tIns="45720" rIns="91440" bIns="45720" rtlCol="0" anchor="b">
            <a:normAutofit/>
          </a:bodyPr>
          <a:lstStyle>
            <a:lvl1pPr marL="0" indent="0" algn="ctr">
              <a:lnSpc>
                <a:spcPct val="90000"/>
              </a:lnSpc>
              <a:spcBef>
                <a:spcPts val="0"/>
              </a:spcBef>
              <a:buNone/>
              <a:defRPr lang="en-US" sz="26000" dirty="0">
                <a:solidFill>
                  <a:schemeClr val="accent4"/>
                </a:solidFill>
                <a:latin typeface="+mj-lt"/>
              </a:defRPr>
            </a:lvl1pPr>
          </a:lstStyle>
          <a:p>
            <a:pPr lvl="0"/>
            <a:r>
              <a:rPr lang="en-US"/>
              <a:t>##%</a:t>
            </a:r>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a:xfrm>
            <a:off x="640080" y="6445997"/>
            <a:ext cx="3949302" cy="365125"/>
          </a:xfr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2"/>
                </a:solidFill>
              </a:defRPr>
            </a:lvl1pPr>
          </a:lstStyle>
          <a:p>
            <a:fld id="{B971A27B-A749-472F-81B6-1B05B1178D9A}" type="datetime1">
              <a:rPr lang="en-US" smtClean="0"/>
              <a:t>4/15/2026</a:t>
            </a:fld>
            <a:endParaRPr lang="en-US"/>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9" name="Straight Connector 8">
            <a:extLst>
              <a:ext uri="{FF2B5EF4-FFF2-40B4-BE49-F238E27FC236}">
                <a16:creationId xmlns:a16="http://schemas.microsoft.com/office/drawing/2014/main" id="{C4E840B4-4A86-E59D-DE37-6D68E8998743}"/>
              </a:ext>
            </a:extLst>
          </p:cNvPr>
          <p:cNvCxnSpPr>
            <a:cxnSpLocks/>
          </p:cNvCxnSpPr>
          <p:nvPr/>
        </p:nvCxnSpPr>
        <p:spPr>
          <a:xfrm flipH="1">
            <a:off x="0" y="4800185"/>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74C1874-713F-9C70-0910-15468C71D94B}"/>
              </a:ext>
            </a:extLst>
          </p:cNvPr>
          <p:cNvCxnSpPr>
            <a:cxnSpLocks/>
          </p:cNvCxnSpPr>
          <p:nvPr/>
        </p:nvCxnSpPr>
        <p:spPr>
          <a:xfrm>
            <a:off x="457200" y="0"/>
            <a:ext cx="0" cy="685800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FE3C4BC-AB49-4B2D-6D76-2DB06F19B146}"/>
              </a:ext>
            </a:extLst>
          </p:cNvPr>
          <p:cNvCxnSpPr>
            <a:cxnSpLocks/>
          </p:cNvCxnSpPr>
          <p:nvPr/>
        </p:nvCxnSpPr>
        <p:spPr>
          <a:xfrm>
            <a:off x="11734800" y="0"/>
            <a:ext cx="0" cy="685800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0982828"/>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Number Large 4">
    <p:bg>
      <p:bgRef idx="1001">
        <a:schemeClr val="bg2"/>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F5F8892-F2ED-BFCA-E7AB-85D6D27E4996}"/>
              </a:ext>
            </a:extLst>
          </p:cNvPr>
          <p:cNvSpPr/>
          <p:nvPr/>
        </p:nvSpPr>
        <p:spPr>
          <a:xfrm>
            <a:off x="0" y="0"/>
            <a:ext cx="12192000" cy="6858000"/>
          </a:xfrm>
          <a:prstGeom prst="rect">
            <a:avLst/>
          </a:prstGeom>
          <a:solidFill>
            <a:schemeClr val="accent2">
              <a:lumMod val="60000"/>
              <a:lumOff val="40000"/>
              <a:alpha val="9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457200" y="4809744"/>
            <a:ext cx="10817352" cy="1325880"/>
          </a:xfrm>
        </p:spPr>
        <p:txBody>
          <a:bodyPr vert="horz" lIns="91440" tIns="45720" rIns="91440" bIns="45720" rtlCol="0" anchor="ctr">
            <a:normAutofit/>
          </a:bodyPr>
          <a:lstStyle>
            <a:lvl1pPr>
              <a:lnSpc>
                <a:spcPct val="120000"/>
              </a:lnSpc>
              <a:defRPr lang="en-US" sz="2400" cap="all" spc="200" baseline="0" dirty="0">
                <a:solidFill>
                  <a:schemeClr val="tx2">
                    <a:alpha val="90000"/>
                  </a:schemeClr>
                </a:solidFill>
                <a:latin typeface="+mn-lt"/>
              </a:defRPr>
            </a:lvl1pPr>
          </a:lstStyle>
          <a:p>
            <a:pPr lvl="0"/>
            <a:r>
              <a:rPr lang="en-US"/>
              <a:t>Click to edit Master title styles</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457200" y="603504"/>
            <a:ext cx="10817352" cy="3886200"/>
          </a:xfrm>
        </p:spPr>
        <p:txBody>
          <a:bodyPr vert="horz" lIns="91440" tIns="45720" rIns="91440" bIns="45720" rtlCol="0" anchor="b">
            <a:normAutofit/>
          </a:bodyPr>
          <a:lstStyle>
            <a:lvl1pPr marL="0" indent="0">
              <a:lnSpc>
                <a:spcPct val="90000"/>
              </a:lnSpc>
              <a:buNone/>
              <a:defRPr lang="en-US" sz="26000" dirty="0">
                <a:solidFill>
                  <a:schemeClr val="accent4"/>
                </a:solidFill>
                <a:latin typeface="+mj-lt"/>
              </a:defRPr>
            </a:lvl1pPr>
          </a:lstStyle>
          <a:p>
            <a:pPr lvl="0"/>
            <a:r>
              <a:rPr lang="en-US"/>
              <a:t>##%</a:t>
            </a:r>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2"/>
                </a:solidFill>
              </a:defRPr>
            </a:lvl1pPr>
          </a:lstStyle>
          <a:p>
            <a:fld id="{9C256155-0B73-4143-9F64-E379DA5158D3}" type="datetime1">
              <a:rPr lang="en-US" smtClean="0"/>
              <a:t>4/15/2026</a:t>
            </a:fld>
            <a:endParaRPr lang="en-US"/>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6" name="Straight Connector 5">
            <a:extLst>
              <a:ext uri="{FF2B5EF4-FFF2-40B4-BE49-F238E27FC236}">
                <a16:creationId xmlns:a16="http://schemas.microsoft.com/office/drawing/2014/main" id="{FBC03FAC-E732-2A29-931B-DF10E16576A9}"/>
              </a:ext>
            </a:extLst>
          </p:cNvPr>
          <p:cNvCxnSpPr>
            <a:cxnSpLocks/>
          </p:cNvCxnSpPr>
          <p:nvPr/>
        </p:nvCxnSpPr>
        <p:spPr>
          <a:xfrm flipH="1">
            <a:off x="0" y="4567063"/>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22EAA9EA-F053-9082-1866-9E27466BAA2B}"/>
              </a:ext>
            </a:extLst>
          </p:cNvPr>
          <p:cNvCxnSpPr>
            <a:cxnSpLocks/>
          </p:cNvCxnSpPr>
          <p:nvPr/>
        </p:nvCxnSpPr>
        <p:spPr>
          <a:xfrm flipH="1">
            <a:off x="0" y="6396171"/>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4634D08-FFFD-5C50-9C95-E26621C9F10B}"/>
              </a:ext>
            </a:extLst>
          </p:cNvPr>
          <p:cNvCxnSpPr>
            <a:cxnSpLocks/>
          </p:cNvCxnSpPr>
          <p:nvPr/>
        </p:nvCxnSpPr>
        <p:spPr>
          <a:xfrm>
            <a:off x="11734800" y="0"/>
            <a:ext cx="0" cy="685800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2159285"/>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5FB4D75-C478-D736-9A5A-B64DEA241030}"/>
              </a:ext>
            </a:extLst>
          </p:cNvPr>
          <p:cNvSpPr/>
          <p:nvPr/>
        </p:nvSpPr>
        <p:spPr>
          <a:xfrm>
            <a:off x="0" y="0"/>
            <a:ext cx="12192000"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693103" y="1493520"/>
            <a:ext cx="8805794" cy="3911600"/>
          </a:xfrm>
        </p:spPr>
        <p:txBody>
          <a:bodyPr anchor="ctr">
            <a:normAutofit/>
          </a:bodyPr>
          <a:lstStyle>
            <a:lvl1pPr marL="0" indent="0" algn="ctr">
              <a:lnSpc>
                <a:spcPct val="110000"/>
              </a:lnSpc>
              <a:buNone/>
              <a:defRPr sz="5400" b="0">
                <a:solidFill>
                  <a:schemeClr val="tx2"/>
                </a:solidFill>
                <a:latin typeface="+mj-lt"/>
              </a:defRPr>
            </a:lvl1pPr>
            <a:lvl2pPr marL="228600" indent="0" algn="ctr">
              <a:lnSpc>
                <a:spcPct val="110000"/>
              </a:lnSpc>
              <a:buNone/>
              <a:defRPr sz="4800" b="0">
                <a:solidFill>
                  <a:schemeClr val="tx2"/>
                </a:solidFill>
                <a:latin typeface="+mj-lt"/>
              </a:defRPr>
            </a:lvl2pPr>
            <a:lvl3pPr marL="457200" indent="0" algn="ctr">
              <a:lnSpc>
                <a:spcPct val="110000"/>
              </a:lnSpc>
              <a:buNone/>
              <a:defRPr sz="4400" b="0">
                <a:solidFill>
                  <a:schemeClr val="tx2"/>
                </a:solidFill>
                <a:latin typeface="+mj-lt"/>
              </a:defRPr>
            </a:lvl3pPr>
            <a:lvl4pPr marL="685800" indent="0" algn="ctr">
              <a:lnSpc>
                <a:spcPct val="110000"/>
              </a:lnSpc>
              <a:buNone/>
              <a:defRPr sz="4000" b="0">
                <a:solidFill>
                  <a:schemeClr val="tx2"/>
                </a:solidFill>
                <a:latin typeface="+mj-lt"/>
              </a:defRPr>
            </a:lvl4pPr>
            <a:lvl5pPr marL="914400" indent="0" algn="ctr">
              <a:lnSpc>
                <a:spcPct val="110000"/>
              </a:lnSpc>
              <a:buNone/>
              <a:defRPr sz="3600" b="0">
                <a:solidFill>
                  <a:schemeClr val="tx2"/>
                </a:solidFill>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640080" y="6445997"/>
            <a:ext cx="3949302" cy="365125"/>
          </a:xfr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F5C9C745-4A41-4FD7-8C4E-D0B169A2E651}" type="datetime1">
              <a:rPr lang="en-US" smtClean="0"/>
              <a:t>4/15/2026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9" name="Straight Connector 8">
            <a:extLst>
              <a:ext uri="{FF2B5EF4-FFF2-40B4-BE49-F238E27FC236}">
                <a16:creationId xmlns:a16="http://schemas.microsoft.com/office/drawing/2014/main" id="{6C547212-589F-3A5C-2FF7-4E576B86E3A3}"/>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40E2472-A2D0-B3C4-1592-E709B2EC9AD6}"/>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F95E0B8-C6C3-8095-D53F-FB618E39D7CE}"/>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AD2DF78-237E-1E21-906C-273460F55F55}"/>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669404"/>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Statement 2">
    <p:bg>
      <p:bgRef idx="1001">
        <a:schemeClr val="bg2"/>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EFC0D0B-DA30-766C-173E-0170DEC1DFE7}"/>
              </a:ext>
            </a:extLst>
          </p:cNvPr>
          <p:cNvSpPr/>
          <p:nvPr/>
        </p:nvSpPr>
        <p:spPr>
          <a:xfrm>
            <a:off x="0" y="0"/>
            <a:ext cx="12192000" cy="6858000"/>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450676" y="1069677"/>
            <a:ext cx="9290649" cy="4744528"/>
          </a:xfrm>
        </p:spPr>
        <p:txBody>
          <a:bodyPr anchor="ctr">
            <a:normAutofit/>
          </a:bodyPr>
          <a:lstStyle>
            <a:lvl1pPr marL="0" indent="0" algn="ctr">
              <a:lnSpc>
                <a:spcPct val="120000"/>
              </a:lnSpc>
              <a:buNone/>
              <a:defRPr sz="4000" b="0" cap="all" spc="260" baseline="0">
                <a:solidFill>
                  <a:schemeClr val="tx2"/>
                </a:solidFill>
              </a:defRPr>
            </a:lvl1pPr>
            <a:lvl2pPr marL="228600" indent="0" algn="ctr">
              <a:lnSpc>
                <a:spcPct val="120000"/>
              </a:lnSpc>
              <a:buNone/>
              <a:defRPr sz="4000" b="0" cap="all" spc="260" baseline="0">
                <a:solidFill>
                  <a:schemeClr val="tx2"/>
                </a:solidFill>
              </a:defRPr>
            </a:lvl2pPr>
            <a:lvl3pPr marL="457200" indent="0" algn="ctr">
              <a:lnSpc>
                <a:spcPct val="120000"/>
              </a:lnSpc>
              <a:buNone/>
              <a:defRPr sz="4000" b="0" cap="all" spc="260" baseline="0">
                <a:solidFill>
                  <a:schemeClr val="tx2"/>
                </a:solidFill>
              </a:defRPr>
            </a:lvl3pPr>
            <a:lvl4pPr marL="685800" indent="0" algn="ctr">
              <a:lnSpc>
                <a:spcPct val="120000"/>
              </a:lnSpc>
              <a:buNone/>
              <a:defRPr sz="4000" b="0" cap="all" spc="260" baseline="0">
                <a:solidFill>
                  <a:schemeClr val="tx2"/>
                </a:solidFill>
              </a:defRPr>
            </a:lvl4pPr>
            <a:lvl5pPr marL="914400" indent="0" algn="ctr">
              <a:lnSpc>
                <a:spcPct val="120000"/>
              </a:lnSpc>
              <a:buNone/>
              <a:defRPr sz="4000" b="0" cap="all" spc="260" baseline="0">
                <a:solidFill>
                  <a:schemeClr val="tx2"/>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640080" y="6445997"/>
            <a:ext cx="3949302" cy="365125"/>
          </a:xfr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5FF4AC15-629B-4452-BF74-F975BDB281F7}" type="datetime1">
              <a:rPr lang="en-US" smtClean="0"/>
              <a:t>4/15/2026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6" name="Straight Connector 5">
            <a:extLst>
              <a:ext uri="{FF2B5EF4-FFF2-40B4-BE49-F238E27FC236}">
                <a16:creationId xmlns:a16="http://schemas.microsoft.com/office/drawing/2014/main" id="{6D749579-0FDB-004C-88C7-AEAFA967138F}"/>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7236D2D7-1E6C-18EB-97E2-3C716E213514}"/>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C134195-89D3-0A49-21C0-FCE233C5FA6B}"/>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A06AC78-B01D-B856-062B-5BDFA424140A}"/>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4331779"/>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54B8B42-1FAE-0461-C13E-F2663EC89061}"/>
              </a:ext>
            </a:extLst>
          </p:cNvPr>
          <p:cNvSpPr/>
          <p:nvPr/>
        </p:nvSpPr>
        <p:spPr>
          <a:xfrm>
            <a:off x="0" y="0"/>
            <a:ext cx="12192000" cy="6858000"/>
          </a:xfrm>
          <a:prstGeom prst="rect">
            <a:avLst/>
          </a:prstGeom>
          <a:solidFill>
            <a:schemeClr val="accent5">
              <a:lumMod val="40000"/>
              <a:lumOff val="60000"/>
              <a:alpha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693103" y="1493520"/>
            <a:ext cx="8805794" cy="3911600"/>
          </a:xfrm>
        </p:spPr>
        <p:txBody>
          <a:bodyPr anchor="ctr">
            <a:normAutofit/>
          </a:bodyPr>
          <a:lstStyle>
            <a:lvl1pPr marL="0" indent="0" algn="ctr">
              <a:lnSpc>
                <a:spcPct val="110000"/>
              </a:lnSpc>
              <a:buNone/>
              <a:defRPr sz="5400" b="0">
                <a:solidFill>
                  <a:schemeClr val="tx2">
                    <a:alpha val="90000"/>
                  </a:schemeClr>
                </a:solidFill>
                <a:latin typeface="+mj-lt"/>
              </a:defRPr>
            </a:lvl1pPr>
            <a:lvl2pPr marL="228600" indent="0" algn="ctr">
              <a:lnSpc>
                <a:spcPct val="110000"/>
              </a:lnSpc>
              <a:buNone/>
              <a:defRPr sz="4800" b="0">
                <a:solidFill>
                  <a:schemeClr val="tx2">
                    <a:alpha val="90000"/>
                  </a:schemeClr>
                </a:solidFill>
                <a:latin typeface="+mj-lt"/>
              </a:defRPr>
            </a:lvl2pPr>
            <a:lvl3pPr marL="457200" indent="0" algn="ctr">
              <a:lnSpc>
                <a:spcPct val="110000"/>
              </a:lnSpc>
              <a:buNone/>
              <a:defRPr sz="4400" b="0">
                <a:solidFill>
                  <a:schemeClr val="tx2">
                    <a:alpha val="90000"/>
                  </a:schemeClr>
                </a:solidFill>
                <a:latin typeface="+mj-lt"/>
              </a:defRPr>
            </a:lvl3pPr>
            <a:lvl4pPr marL="685800" indent="0" algn="ctr">
              <a:lnSpc>
                <a:spcPct val="110000"/>
              </a:lnSpc>
              <a:buNone/>
              <a:defRPr sz="4000" b="0">
                <a:solidFill>
                  <a:schemeClr val="tx2">
                    <a:alpha val="90000"/>
                  </a:schemeClr>
                </a:solidFill>
                <a:latin typeface="+mj-lt"/>
              </a:defRPr>
            </a:lvl4pPr>
            <a:lvl5pPr marL="914400" indent="0" algn="ctr">
              <a:lnSpc>
                <a:spcPct val="110000"/>
              </a:lnSpc>
              <a:buNone/>
              <a:defRPr sz="3600" b="0">
                <a:solidFill>
                  <a:schemeClr val="tx2">
                    <a:alpha val="90000"/>
                  </a:schemeClr>
                </a:solidFill>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640080" y="6445997"/>
            <a:ext cx="3949302" cy="365125"/>
          </a:xfr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E2F4F173-9D81-4F4A-B482-47266F50A4EC}" type="datetime1">
              <a:rPr lang="en-US" smtClean="0"/>
              <a:t>4/15/2026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9" name="Straight Connector 8">
            <a:extLst>
              <a:ext uri="{FF2B5EF4-FFF2-40B4-BE49-F238E27FC236}">
                <a16:creationId xmlns:a16="http://schemas.microsoft.com/office/drawing/2014/main" id="{6C547212-589F-3A5C-2FF7-4E576B86E3A3}"/>
              </a:ext>
            </a:extLst>
          </p:cNvPr>
          <p:cNvCxnSpPr>
            <a:cxnSpLocks/>
          </p:cNvCxnSpPr>
          <p:nvPr/>
        </p:nvCxnSpPr>
        <p:spPr>
          <a:xfrm flipH="1">
            <a:off x="0" y="6398068"/>
            <a:ext cx="12192000" cy="0"/>
          </a:xfrm>
          <a:prstGeom prst="line">
            <a:avLst/>
          </a:prstGeom>
          <a:ln w="9525">
            <a:solidFill>
              <a:schemeClr val="bg2">
                <a:alpha val="4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40E2472-A2D0-B3C4-1592-E709B2EC9AD6}"/>
              </a:ext>
            </a:extLst>
          </p:cNvPr>
          <p:cNvCxnSpPr>
            <a:cxnSpLocks/>
          </p:cNvCxnSpPr>
          <p:nvPr/>
        </p:nvCxnSpPr>
        <p:spPr>
          <a:xfrm>
            <a:off x="457200" y="0"/>
            <a:ext cx="0" cy="6858000"/>
          </a:xfrm>
          <a:prstGeom prst="line">
            <a:avLst/>
          </a:prstGeom>
          <a:ln w="9525">
            <a:solidFill>
              <a:schemeClr val="bg2">
                <a:alpha val="4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F95E0B8-C6C3-8095-D53F-FB618E39D7CE}"/>
              </a:ext>
            </a:extLst>
          </p:cNvPr>
          <p:cNvCxnSpPr>
            <a:cxnSpLocks/>
          </p:cNvCxnSpPr>
          <p:nvPr/>
        </p:nvCxnSpPr>
        <p:spPr>
          <a:xfrm flipH="1">
            <a:off x="0" y="459932"/>
            <a:ext cx="12192000" cy="0"/>
          </a:xfrm>
          <a:prstGeom prst="line">
            <a:avLst/>
          </a:prstGeom>
          <a:ln w="9525">
            <a:solidFill>
              <a:schemeClr val="bg2">
                <a:alpha val="4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AD2DF78-237E-1E21-906C-273460F55F55}"/>
              </a:ext>
            </a:extLst>
          </p:cNvPr>
          <p:cNvCxnSpPr>
            <a:cxnSpLocks/>
          </p:cNvCxnSpPr>
          <p:nvPr/>
        </p:nvCxnSpPr>
        <p:spPr>
          <a:xfrm>
            <a:off x="11734800" y="0"/>
            <a:ext cx="0" cy="6858000"/>
          </a:xfrm>
          <a:prstGeom prst="line">
            <a:avLst/>
          </a:prstGeom>
          <a:ln w="9525">
            <a:solidFill>
              <a:schemeClr val="bg2">
                <a:alpha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8769715"/>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4">
    <p:bg>
      <p:bgRef idx="1001">
        <a:schemeClr val="bg2"/>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AF5849-739D-C101-47C3-B7745B65C36B}"/>
              </a:ext>
            </a:extLst>
          </p:cNvPr>
          <p:cNvSpPr/>
          <p:nvPr/>
        </p:nvSpPr>
        <p:spPr>
          <a:xfrm>
            <a:off x="0" y="0"/>
            <a:ext cx="12192000" cy="6858000"/>
          </a:xfrm>
          <a:prstGeom prst="rect">
            <a:avLst/>
          </a:prstGeom>
          <a:solidFill>
            <a:schemeClr val="accent5">
              <a:lumMod val="40000"/>
              <a:lumOff val="60000"/>
              <a:alpha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1" y="726618"/>
            <a:ext cx="9057452" cy="3959677"/>
          </a:xfrm>
        </p:spPr>
        <p:txBody>
          <a:bodyPr anchor="ctr">
            <a:noAutofit/>
          </a:bodyPr>
          <a:lstStyle>
            <a:lvl1pPr marL="0" indent="0">
              <a:lnSpc>
                <a:spcPct val="100000"/>
              </a:lnSpc>
              <a:buNone/>
              <a:defRPr sz="6200" b="0">
                <a:solidFill>
                  <a:schemeClr val="tx2">
                    <a:alpha val="90000"/>
                  </a:schemeClr>
                </a:solidFill>
                <a:latin typeface="+mj-lt"/>
              </a:defRPr>
            </a:lvl1pPr>
            <a:lvl2pPr marL="228600" indent="0">
              <a:lnSpc>
                <a:spcPct val="100000"/>
              </a:lnSpc>
              <a:buNone/>
              <a:defRPr sz="6200" b="0">
                <a:solidFill>
                  <a:schemeClr val="tx2">
                    <a:alpha val="90000"/>
                  </a:schemeClr>
                </a:solidFill>
                <a:latin typeface="+mj-lt"/>
              </a:defRPr>
            </a:lvl2pPr>
            <a:lvl3pPr marL="457200" indent="0">
              <a:lnSpc>
                <a:spcPct val="100000"/>
              </a:lnSpc>
              <a:buNone/>
              <a:defRPr sz="6200" b="0">
                <a:solidFill>
                  <a:schemeClr val="tx2">
                    <a:alpha val="90000"/>
                  </a:schemeClr>
                </a:solidFill>
                <a:latin typeface="+mj-lt"/>
              </a:defRPr>
            </a:lvl3pPr>
            <a:lvl4pPr marL="685800" indent="0">
              <a:lnSpc>
                <a:spcPct val="100000"/>
              </a:lnSpc>
              <a:buNone/>
              <a:defRPr sz="6200" b="0">
                <a:solidFill>
                  <a:schemeClr val="tx2">
                    <a:alpha val="90000"/>
                  </a:schemeClr>
                </a:solidFill>
                <a:latin typeface="+mj-lt"/>
              </a:defRPr>
            </a:lvl4pPr>
            <a:lvl5pPr marL="914400" indent="0">
              <a:lnSpc>
                <a:spcPct val="100000"/>
              </a:lnSpc>
              <a:buNone/>
              <a:defRPr sz="6200" b="0">
                <a:solidFill>
                  <a:schemeClr val="tx2">
                    <a:alpha val="90000"/>
                  </a:schemeClr>
                </a:solidFill>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57200" y="6445997"/>
            <a:ext cx="3949302" cy="365125"/>
          </a:xfr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9E1D5883-312E-414B-BA92-FC743CE74AFA}" type="datetime1">
              <a:rPr lang="en-US" smtClean="0"/>
              <a:t>4/15/2026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6" name="Straight Connector 5">
            <a:extLst>
              <a:ext uri="{FF2B5EF4-FFF2-40B4-BE49-F238E27FC236}">
                <a16:creationId xmlns:a16="http://schemas.microsoft.com/office/drawing/2014/main" id="{7E668AFA-4F03-20A8-1BA4-B3199B0ED0C7}"/>
              </a:ext>
            </a:extLst>
          </p:cNvPr>
          <p:cNvCxnSpPr>
            <a:cxnSpLocks/>
          </p:cNvCxnSpPr>
          <p:nvPr/>
        </p:nvCxnSpPr>
        <p:spPr>
          <a:xfrm flipH="1">
            <a:off x="0" y="528468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22798B79-8105-6FCD-C65A-F6BE09F875EB}"/>
              </a:ext>
            </a:extLst>
          </p:cNvPr>
          <p:cNvCxnSpPr>
            <a:cxnSpLocks/>
          </p:cNvCxnSpPr>
          <p:nvPr/>
        </p:nvCxnSpPr>
        <p:spPr>
          <a:xfrm>
            <a:off x="10624726"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03044"/>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47DCC75-46A1-9953-9459-89672E9805A8}"/>
              </a:ext>
            </a:extLst>
          </p:cNvPr>
          <p:cNvSpPr/>
          <p:nvPr/>
        </p:nvSpPr>
        <p:spPr>
          <a:xfrm>
            <a:off x="0" y="0"/>
            <a:ext cx="12192000" cy="6858000"/>
          </a:xfrm>
          <a:prstGeom prst="rect">
            <a:avLst/>
          </a:prstGeom>
          <a:solidFill>
            <a:schemeClr val="accent1">
              <a:lumMod val="40000"/>
              <a:lumOff val="60000"/>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562100" y="5549186"/>
            <a:ext cx="9199563" cy="653184"/>
          </a:xfrm>
        </p:spPr>
        <p:txBody>
          <a:bodyPr anchor="ctr">
            <a:normAutofit/>
          </a:bodyPr>
          <a:lstStyle>
            <a:lvl1pPr>
              <a:lnSpc>
                <a:spcPct val="120000"/>
              </a:lnSpc>
              <a:defRPr sz="1800" b="1" cap="all" spc="100" baseline="0">
                <a:solidFill>
                  <a:schemeClr val="accent4">
                    <a:lumMod val="75000"/>
                  </a:schemeClr>
                </a:solidFill>
                <a:latin typeface="+mn-lt"/>
              </a:defRPr>
            </a:lvl1pPr>
          </a:lstStyle>
          <a:p>
            <a:r>
              <a:rPr lang="en-US"/>
              <a:t>Quote Author</a:t>
            </a:r>
          </a:p>
        </p:txBody>
      </p:sp>
      <p:sp>
        <p:nvSpPr>
          <p:cNvPr id="10" name="Content Placeholder 9">
            <a:extLst>
              <a:ext uri="{FF2B5EF4-FFF2-40B4-BE49-F238E27FC236}">
                <a16:creationId xmlns:a16="http://schemas.microsoft.com/office/drawing/2014/main" id="{636EB602-83B2-B4EE-7805-FB94B7747666}"/>
              </a:ext>
            </a:extLst>
          </p:cNvPr>
          <p:cNvSpPr>
            <a:spLocks noGrp="1"/>
          </p:cNvSpPr>
          <p:nvPr>
            <p:ph sz="quarter" idx="14" hasCustomPrompt="1"/>
          </p:nvPr>
        </p:nvSpPr>
        <p:spPr>
          <a:xfrm>
            <a:off x="1562100" y="823913"/>
            <a:ext cx="9199563" cy="3614737"/>
          </a:xfrm>
        </p:spPr>
        <p:txBody>
          <a:bodyPr anchor="ctr">
            <a:normAutofit/>
          </a:bodyPr>
          <a:lstStyle>
            <a:lvl1pPr marL="182880" indent="-182880">
              <a:buNone/>
              <a:defRPr sz="4000">
                <a:solidFill>
                  <a:schemeClr val="accent4">
                    <a:lumMod val="75000"/>
                  </a:schemeClr>
                </a:solidFill>
                <a:latin typeface="+mj-lt"/>
              </a:defRPr>
            </a:lvl1pPr>
          </a:lstStyle>
          <a:p>
            <a:pPr lvl="0"/>
            <a:r>
              <a:rPr lang="en-US"/>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a:xfrm>
            <a:off x="685800" y="6445997"/>
            <a:ext cx="3949302" cy="365125"/>
          </a:xfr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2"/>
                </a:solidFill>
              </a:defRPr>
            </a:lvl1pPr>
          </a:lstStyle>
          <a:p>
            <a:fld id="{1B1F07D8-634D-4D2D-8C34-7897958C6326}" type="datetime1">
              <a:rPr lang="en-US" smtClean="0"/>
              <a:t>4/15/2026</a:t>
            </a:fld>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6" name="Straight Connector 5">
            <a:extLst>
              <a:ext uri="{FF2B5EF4-FFF2-40B4-BE49-F238E27FC236}">
                <a16:creationId xmlns:a16="http://schemas.microsoft.com/office/drawing/2014/main" id="{741338F2-C5CE-45A7-7748-138B348BA1E7}"/>
              </a:ext>
            </a:extLst>
          </p:cNvPr>
          <p:cNvCxnSpPr>
            <a:cxnSpLocks/>
          </p:cNvCxnSpPr>
          <p:nvPr/>
        </p:nvCxnSpPr>
        <p:spPr>
          <a:xfrm>
            <a:off x="457200" y="0"/>
            <a:ext cx="0" cy="685800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14CFB94-8AB3-65DB-0B12-EC4F7DAAEBF7}"/>
              </a:ext>
            </a:extLst>
          </p:cNvPr>
          <p:cNvCxnSpPr>
            <a:cxnSpLocks/>
          </p:cNvCxnSpPr>
          <p:nvPr/>
        </p:nvCxnSpPr>
        <p:spPr>
          <a:xfrm flipH="1">
            <a:off x="0" y="5043721"/>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3588487"/>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2">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C0E8326-1507-F48A-851B-53763210D1ED}"/>
              </a:ext>
            </a:extLst>
          </p:cNvPr>
          <p:cNvSpPr/>
          <p:nvPr/>
        </p:nvSpPr>
        <p:spPr>
          <a:xfrm>
            <a:off x="0" y="0"/>
            <a:ext cx="12192000" cy="6858000"/>
          </a:xfrm>
          <a:prstGeom prst="rect">
            <a:avLst/>
          </a:prstGeom>
          <a:solidFill>
            <a:schemeClr val="accent1">
              <a:lumMod val="20000"/>
              <a:lumOff val="80000"/>
              <a:alpha val="9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562100" y="5549186"/>
            <a:ext cx="7900414" cy="653184"/>
          </a:xfrm>
        </p:spPr>
        <p:txBody>
          <a:bodyPr anchor="ctr">
            <a:normAutofit/>
          </a:bodyPr>
          <a:lstStyle>
            <a:lvl1pPr>
              <a:lnSpc>
                <a:spcPct val="120000"/>
              </a:lnSpc>
              <a:defRPr sz="1800" b="1" cap="all" spc="100" baseline="0">
                <a:solidFill>
                  <a:schemeClr val="accent1"/>
                </a:solidFill>
                <a:latin typeface="+mn-lt"/>
              </a:defRPr>
            </a:lvl1pPr>
          </a:lstStyle>
          <a:p>
            <a:r>
              <a:rPr lang="en-US"/>
              <a:t>Quote Author</a:t>
            </a:r>
          </a:p>
        </p:txBody>
      </p:sp>
      <p:sp>
        <p:nvSpPr>
          <p:cNvPr id="10" name="Content Placeholder 9">
            <a:extLst>
              <a:ext uri="{FF2B5EF4-FFF2-40B4-BE49-F238E27FC236}">
                <a16:creationId xmlns:a16="http://schemas.microsoft.com/office/drawing/2014/main" id="{636EB602-83B2-B4EE-7805-FB94B7747666}"/>
              </a:ext>
            </a:extLst>
          </p:cNvPr>
          <p:cNvSpPr>
            <a:spLocks noGrp="1"/>
          </p:cNvSpPr>
          <p:nvPr>
            <p:ph sz="quarter" idx="14" hasCustomPrompt="1"/>
          </p:nvPr>
        </p:nvSpPr>
        <p:spPr>
          <a:xfrm>
            <a:off x="1562100" y="823913"/>
            <a:ext cx="7900416" cy="3614737"/>
          </a:xfrm>
        </p:spPr>
        <p:txBody>
          <a:bodyPr anchor="ctr">
            <a:normAutofit/>
          </a:bodyPr>
          <a:lstStyle>
            <a:lvl1pPr marL="182880" indent="-182880">
              <a:buNone/>
              <a:defRPr sz="4000">
                <a:solidFill>
                  <a:schemeClr val="tx2">
                    <a:alpha val="80000"/>
                  </a:schemeClr>
                </a:solidFill>
                <a:latin typeface="+mj-lt"/>
              </a:defRPr>
            </a:lvl1pPr>
          </a:lstStyle>
          <a:p>
            <a:pPr lvl="0"/>
            <a:r>
              <a:rPr lang="en-US"/>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2"/>
                </a:solidFill>
              </a:defRPr>
            </a:lvl1pPr>
          </a:lstStyle>
          <a:p>
            <a:fld id="{D828E69F-DC35-4F0C-990E-2C4AD9ABE5D4}" type="datetime1">
              <a:rPr lang="en-US" smtClean="0"/>
              <a:t>4/15/2026</a:t>
            </a:fld>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207475CC-2E7D-619F-AFAD-0EB2BC1DFC40}"/>
              </a:ext>
            </a:extLst>
          </p:cNvPr>
          <p:cNvCxnSpPr>
            <a:cxnSpLocks/>
          </p:cNvCxnSpPr>
          <p:nvPr/>
        </p:nvCxnSpPr>
        <p:spPr>
          <a:xfrm flipH="1">
            <a:off x="0" y="5043721"/>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D81F4D6-9057-EF87-48BE-0C6D4ADC8BC6}"/>
              </a:ext>
            </a:extLst>
          </p:cNvPr>
          <p:cNvCxnSpPr>
            <a:cxnSpLocks/>
          </p:cNvCxnSpPr>
          <p:nvPr/>
        </p:nvCxnSpPr>
        <p:spPr>
          <a:xfrm>
            <a:off x="10337077"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9478838"/>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ote 3">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8407D4A-1244-6A47-327B-CDB05AF70268}"/>
              </a:ext>
            </a:extLst>
          </p:cNvPr>
          <p:cNvSpPr/>
          <p:nvPr/>
        </p:nvSpPr>
        <p:spPr>
          <a:xfrm>
            <a:off x="0" y="0"/>
            <a:ext cx="12192000" cy="6858000"/>
          </a:xfrm>
          <a:prstGeom prst="rect">
            <a:avLst/>
          </a:prstGeom>
          <a:solidFill>
            <a:schemeClr val="accent3">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562100" y="5549186"/>
            <a:ext cx="7982709" cy="653184"/>
          </a:xfrm>
        </p:spPr>
        <p:txBody>
          <a:bodyPr anchor="ctr">
            <a:normAutofit/>
          </a:bodyPr>
          <a:lstStyle>
            <a:lvl1pPr>
              <a:lnSpc>
                <a:spcPct val="120000"/>
              </a:lnSpc>
              <a:defRPr sz="1800" b="1" cap="all" spc="100" baseline="0">
                <a:solidFill>
                  <a:schemeClr val="tx2"/>
                </a:solidFill>
                <a:latin typeface="+mn-lt"/>
              </a:defRPr>
            </a:lvl1pPr>
          </a:lstStyle>
          <a:p>
            <a:r>
              <a:rPr lang="en-US"/>
              <a:t>Quote Author</a:t>
            </a:r>
          </a:p>
        </p:txBody>
      </p:sp>
      <p:sp>
        <p:nvSpPr>
          <p:cNvPr id="10" name="Content Placeholder 9">
            <a:extLst>
              <a:ext uri="{FF2B5EF4-FFF2-40B4-BE49-F238E27FC236}">
                <a16:creationId xmlns:a16="http://schemas.microsoft.com/office/drawing/2014/main" id="{636EB602-83B2-B4EE-7805-FB94B7747666}"/>
              </a:ext>
            </a:extLst>
          </p:cNvPr>
          <p:cNvSpPr>
            <a:spLocks noGrp="1"/>
          </p:cNvSpPr>
          <p:nvPr>
            <p:ph sz="quarter" idx="14" hasCustomPrompt="1"/>
          </p:nvPr>
        </p:nvSpPr>
        <p:spPr>
          <a:xfrm>
            <a:off x="1562100" y="823913"/>
            <a:ext cx="7982712" cy="3614737"/>
          </a:xfrm>
        </p:spPr>
        <p:txBody>
          <a:bodyPr anchor="ctr">
            <a:normAutofit/>
          </a:bodyPr>
          <a:lstStyle>
            <a:lvl1pPr marL="182880" indent="-182880">
              <a:buNone/>
              <a:defRPr sz="3600">
                <a:solidFill>
                  <a:schemeClr val="tx2"/>
                </a:solidFill>
                <a:latin typeface="+mj-lt"/>
              </a:defRPr>
            </a:lvl1pPr>
          </a:lstStyle>
          <a:p>
            <a:pPr lvl="0"/>
            <a:r>
              <a:rPr lang="en-US"/>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a:xfrm>
            <a:off x="640080" y="6445997"/>
            <a:ext cx="3949302" cy="365125"/>
          </a:xfr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2"/>
                </a:solidFill>
              </a:defRPr>
            </a:lvl1pPr>
          </a:lstStyle>
          <a:p>
            <a:fld id="{383AA1E6-689D-475B-91E1-A092F45675DC}" type="datetime1">
              <a:rPr lang="en-US" smtClean="0"/>
              <a:t>4/15/2026</a:t>
            </a:fld>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6" name="Straight Connector 5">
            <a:extLst>
              <a:ext uri="{FF2B5EF4-FFF2-40B4-BE49-F238E27FC236}">
                <a16:creationId xmlns:a16="http://schemas.microsoft.com/office/drawing/2014/main" id="{DBA83050-F737-4CAA-50C3-B1912F8DCD46}"/>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BAC790E-B990-47FD-A7C4-38DEB7A38CA4}"/>
              </a:ext>
            </a:extLst>
          </p:cNvPr>
          <p:cNvCxnSpPr>
            <a:cxnSpLocks/>
          </p:cNvCxnSpPr>
          <p:nvPr/>
        </p:nvCxnSpPr>
        <p:spPr>
          <a:xfrm flipH="1">
            <a:off x="0" y="5043721"/>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2CD9DAA-71D0-AF79-A512-7D264779C222}"/>
              </a:ext>
            </a:extLst>
          </p:cNvPr>
          <p:cNvCxnSpPr>
            <a:cxnSpLocks/>
          </p:cNvCxnSpPr>
          <p:nvPr/>
        </p:nvCxnSpPr>
        <p:spPr>
          <a:xfrm>
            <a:off x="10337077"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3487742"/>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Quote 4">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B63E278-755B-41D3-7218-B797D9B5DF3C}"/>
              </a:ext>
            </a:extLst>
          </p:cNvPr>
          <p:cNvSpPr/>
          <p:nvPr/>
        </p:nvSpPr>
        <p:spPr>
          <a:xfrm>
            <a:off x="0" y="0"/>
            <a:ext cx="12192000" cy="6858000"/>
          </a:xfrm>
          <a:prstGeom prst="rect">
            <a:avLst/>
          </a:prstGeom>
          <a:solidFill>
            <a:schemeClr val="accent3">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475488" y="4893472"/>
            <a:ext cx="8019287" cy="1205575"/>
          </a:xfrm>
        </p:spPr>
        <p:txBody>
          <a:bodyPr anchor="t">
            <a:normAutofit/>
          </a:bodyPr>
          <a:lstStyle>
            <a:lvl1pPr>
              <a:lnSpc>
                <a:spcPct val="120000"/>
              </a:lnSpc>
              <a:defRPr sz="1800" b="1" cap="all" spc="100" baseline="0">
                <a:solidFill>
                  <a:schemeClr val="tx2"/>
                </a:solidFill>
                <a:latin typeface="+mn-lt"/>
              </a:defRPr>
            </a:lvl1pPr>
          </a:lstStyle>
          <a:p>
            <a:r>
              <a:rPr lang="en-US"/>
              <a:t>Quote Author</a:t>
            </a:r>
          </a:p>
        </p:txBody>
      </p:sp>
      <p:sp>
        <p:nvSpPr>
          <p:cNvPr id="10" name="Content Placeholder 9">
            <a:extLst>
              <a:ext uri="{FF2B5EF4-FFF2-40B4-BE49-F238E27FC236}">
                <a16:creationId xmlns:a16="http://schemas.microsoft.com/office/drawing/2014/main" id="{636EB602-83B2-B4EE-7805-FB94B7747666}"/>
              </a:ext>
            </a:extLst>
          </p:cNvPr>
          <p:cNvSpPr>
            <a:spLocks noGrp="1"/>
          </p:cNvSpPr>
          <p:nvPr>
            <p:ph sz="quarter" idx="14" hasCustomPrompt="1"/>
          </p:nvPr>
        </p:nvSpPr>
        <p:spPr>
          <a:xfrm>
            <a:off x="475488" y="594360"/>
            <a:ext cx="8019288" cy="3236976"/>
          </a:xfrm>
        </p:spPr>
        <p:txBody>
          <a:bodyPr anchor="b">
            <a:normAutofit/>
          </a:bodyPr>
          <a:lstStyle>
            <a:lvl1pPr marL="182880" indent="-182880">
              <a:buNone/>
              <a:defRPr sz="3600">
                <a:latin typeface="+mj-lt"/>
              </a:defRPr>
            </a:lvl1pPr>
          </a:lstStyle>
          <a:p>
            <a:pPr lvl="0"/>
            <a:r>
              <a:rPr lang="en-US"/>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2"/>
                </a:solidFill>
              </a:defRPr>
            </a:lvl1pPr>
          </a:lstStyle>
          <a:p>
            <a:fld id="{4F427333-25B4-4E53-B4DB-DECC946CD366}" type="datetime1">
              <a:rPr lang="en-US" smtClean="0"/>
              <a:t>4/15/2026</a:t>
            </a:fld>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8AA0B79A-2EB3-E6D5-B923-60D51965E7A7}"/>
              </a:ext>
            </a:extLst>
          </p:cNvPr>
          <p:cNvCxnSpPr>
            <a:cxnSpLocks/>
          </p:cNvCxnSpPr>
          <p:nvPr/>
        </p:nvCxnSpPr>
        <p:spPr>
          <a:xfrm flipH="1">
            <a:off x="0" y="436240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31507FC-FD8A-132E-6F82-1A96368D292F}"/>
              </a:ext>
            </a:extLst>
          </p:cNvPr>
          <p:cNvCxnSpPr>
            <a:cxnSpLocks/>
          </p:cNvCxnSpPr>
          <p:nvPr/>
        </p:nvCxnSpPr>
        <p:spPr>
          <a:xfrm>
            <a:off x="9037194"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5681357"/>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27BF6-CDFA-AAF4-F7FD-F4F8D06FF275}"/>
              </a:ext>
            </a:extLst>
          </p:cNvPr>
          <p:cNvSpPr>
            <a:spLocks noGrp="1"/>
          </p:cNvSpPr>
          <p:nvPr>
            <p:ph type="title"/>
          </p:nvPr>
        </p:nvSpPr>
        <p:spPr>
          <a:xfrm>
            <a:off x="457200" y="275309"/>
            <a:ext cx="11277600" cy="914400"/>
          </a:xfrm>
        </p:spPr>
        <p:txBody>
          <a:bodyPr anchor="ctr"/>
          <a:lstStyle>
            <a:lvl1pPr>
              <a:defRPr>
                <a:solidFill>
                  <a:schemeClr val="tx2"/>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6EAB1904-05A3-AF54-90B7-8B4E5E9BFC62}"/>
              </a:ext>
            </a:extLst>
          </p:cNvPr>
          <p:cNvSpPr>
            <a:spLocks noGrp="1"/>
          </p:cNvSpPr>
          <p:nvPr>
            <p:ph sz="quarter" idx="15"/>
          </p:nvPr>
        </p:nvSpPr>
        <p:spPr>
          <a:xfrm>
            <a:off x="455613" y="1677988"/>
            <a:ext cx="5181600" cy="4498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D15555F-2C1E-04D7-CE37-D06ABFB5685F}"/>
              </a:ext>
            </a:extLst>
          </p:cNvPr>
          <p:cNvSpPr>
            <a:spLocks noGrp="1"/>
          </p:cNvSpPr>
          <p:nvPr>
            <p:ph sz="quarter" idx="16"/>
          </p:nvPr>
        </p:nvSpPr>
        <p:spPr>
          <a:xfrm>
            <a:off x="6553200" y="1677988"/>
            <a:ext cx="5180013" cy="4498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1B108197-F703-726D-4372-C7520052DC70}"/>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F85FAA39-5E1E-3A94-5A04-C36BA19E34ED}"/>
              </a:ext>
            </a:extLst>
          </p:cNvPr>
          <p:cNvSpPr>
            <a:spLocks noGrp="1"/>
          </p:cNvSpPr>
          <p:nvPr>
            <p:ph type="dt" sz="half" idx="10"/>
          </p:nvPr>
        </p:nvSpPr>
        <p:spPr/>
        <p:txBody>
          <a:bodyPr/>
          <a:lstStyle/>
          <a:p>
            <a:fld id="{558C1084-D30E-4793-9DB8-FB87472B5D63}" type="datetime1">
              <a:rPr lang="en-US" smtClean="0"/>
              <a:t>4/15/2026</a:t>
            </a:fld>
            <a:endParaRPr lang="en-US"/>
          </a:p>
        </p:txBody>
      </p:sp>
      <p:sp>
        <p:nvSpPr>
          <p:cNvPr id="7" name="Slide Number Placeholder 6">
            <a:extLst>
              <a:ext uri="{FF2B5EF4-FFF2-40B4-BE49-F238E27FC236}">
                <a16:creationId xmlns:a16="http://schemas.microsoft.com/office/drawing/2014/main" id="{ACE80595-19B6-01B9-FCF5-F94B0C1BBAA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9" name="Straight Connector 8">
            <a:extLst>
              <a:ext uri="{FF2B5EF4-FFF2-40B4-BE49-F238E27FC236}">
                <a16:creationId xmlns:a16="http://schemas.microsoft.com/office/drawing/2014/main" id="{52C5098A-8A29-951C-ABCF-B4C329C3A94F}"/>
              </a:ext>
            </a:extLst>
          </p:cNvPr>
          <p:cNvCxnSpPr>
            <a:cxnSpLocks/>
          </p:cNvCxnSpPr>
          <p:nvPr/>
        </p:nvCxnSpPr>
        <p:spPr>
          <a:xfrm>
            <a:off x="6096000" y="1362719"/>
            <a:ext cx="0" cy="5490348"/>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54A1D01-2B46-73F0-8DC7-926AA95F7DFC}"/>
              </a:ext>
            </a:extLst>
          </p:cNvPr>
          <p:cNvCxnSpPr>
            <a:cxnSpLocks/>
          </p:cNvCxnSpPr>
          <p:nvPr/>
        </p:nvCxnSpPr>
        <p:spPr>
          <a:xfrm flipH="1">
            <a:off x="0" y="1362719"/>
            <a:ext cx="12200040" cy="0"/>
          </a:xfrm>
          <a:prstGeom prst="line">
            <a:avLst/>
          </a:prstGeom>
          <a:ln w="9525">
            <a:solidFill>
              <a:srgbClr val="616867">
                <a:alpha val="4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07980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F27A1-B3E2-4312-9475-76586DB132FF}"/>
              </a:ext>
            </a:extLst>
          </p:cNvPr>
          <p:cNvSpPr>
            <a:spLocks noGrp="1"/>
          </p:cNvSpPr>
          <p:nvPr>
            <p:ph type="title"/>
          </p:nvPr>
        </p:nvSpPr>
        <p:spPr>
          <a:xfrm>
            <a:off x="457199" y="276838"/>
            <a:ext cx="11274552" cy="914400"/>
          </a:xfrm>
        </p:spPr>
        <p:txBody>
          <a:bodyPr vert="horz" lIns="91440" tIns="45720" rIns="91440" bIns="45720" rtlCol="0" anchor="ctr">
            <a:normAutofit/>
          </a:bodyPr>
          <a:lstStyle>
            <a:lvl1pPr>
              <a:defRPr lang="en-US" dirty="0"/>
            </a:lvl1pPr>
          </a:lstStyle>
          <a:p>
            <a:pPr lvl="0"/>
            <a:r>
              <a:rPr lang="en-US"/>
              <a:t>Click to edit Master title style</a:t>
            </a:r>
          </a:p>
        </p:txBody>
      </p:sp>
      <p:sp>
        <p:nvSpPr>
          <p:cNvPr id="3" name="Text Placeholder 2">
            <a:extLst>
              <a:ext uri="{FF2B5EF4-FFF2-40B4-BE49-F238E27FC236}">
                <a16:creationId xmlns:a16="http://schemas.microsoft.com/office/drawing/2014/main" id="{25FD6984-5D8F-6F35-3DC2-352D46E75874}"/>
              </a:ext>
            </a:extLst>
          </p:cNvPr>
          <p:cNvSpPr>
            <a:spLocks noGrp="1"/>
          </p:cNvSpPr>
          <p:nvPr>
            <p:ph type="body" idx="1"/>
          </p:nvPr>
        </p:nvSpPr>
        <p:spPr>
          <a:xfrm>
            <a:off x="457199" y="1475623"/>
            <a:ext cx="5184648" cy="676690"/>
          </a:xfrm>
        </p:spPr>
        <p:txBody>
          <a:bodyPr anchor="ctr">
            <a:normAutofit/>
          </a:bodyPr>
          <a:lstStyle>
            <a:lvl1pPr marL="0" indent="0">
              <a:buNone/>
              <a:defRPr sz="1800" b="0" cap="all" spc="16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CD5136-48A0-D788-8CE2-627309A00EC8}"/>
              </a:ext>
            </a:extLst>
          </p:cNvPr>
          <p:cNvSpPr>
            <a:spLocks noGrp="1"/>
          </p:cNvSpPr>
          <p:nvPr>
            <p:ph sz="quarter" idx="15"/>
          </p:nvPr>
        </p:nvSpPr>
        <p:spPr>
          <a:xfrm>
            <a:off x="457200" y="2522538"/>
            <a:ext cx="5178425" cy="3806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807CEA6-7FDB-2A72-485B-D38A79C1826D}"/>
              </a:ext>
            </a:extLst>
          </p:cNvPr>
          <p:cNvSpPr>
            <a:spLocks noGrp="1"/>
          </p:cNvSpPr>
          <p:nvPr>
            <p:ph type="body" sz="quarter" idx="3"/>
          </p:nvPr>
        </p:nvSpPr>
        <p:spPr>
          <a:xfrm>
            <a:off x="6556248" y="1475622"/>
            <a:ext cx="5184648" cy="676690"/>
          </a:xfrm>
        </p:spPr>
        <p:txBody>
          <a:bodyPr anchor="ctr">
            <a:normAutofit/>
          </a:bodyPr>
          <a:lstStyle>
            <a:lvl1pPr marL="0" indent="0">
              <a:buNone/>
              <a:defRPr sz="1800" b="0" cap="all" spc="16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Content Placeholder 13">
            <a:extLst>
              <a:ext uri="{FF2B5EF4-FFF2-40B4-BE49-F238E27FC236}">
                <a16:creationId xmlns:a16="http://schemas.microsoft.com/office/drawing/2014/main" id="{FC4D723F-4492-3B3B-CE74-0959714EEB14}"/>
              </a:ext>
            </a:extLst>
          </p:cNvPr>
          <p:cNvSpPr>
            <a:spLocks noGrp="1"/>
          </p:cNvSpPr>
          <p:nvPr>
            <p:ph sz="quarter" idx="16"/>
          </p:nvPr>
        </p:nvSpPr>
        <p:spPr>
          <a:xfrm>
            <a:off x="6556375" y="2522538"/>
            <a:ext cx="5175249" cy="3806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a:extLst>
              <a:ext uri="{FF2B5EF4-FFF2-40B4-BE49-F238E27FC236}">
                <a16:creationId xmlns:a16="http://schemas.microsoft.com/office/drawing/2014/main" id="{3FA108E0-63AE-4B5C-404F-AD0FEC4AB8B8}"/>
              </a:ext>
            </a:extLst>
          </p:cNvPr>
          <p:cNvSpPr>
            <a:spLocks noGrp="1"/>
          </p:cNvSpPr>
          <p:nvPr>
            <p:ph type="ftr" sz="quarter" idx="11"/>
          </p:nvPr>
        </p:nvSpPr>
        <p:spPr/>
        <p:txBody>
          <a:bodyPr/>
          <a:lstStyle/>
          <a:p>
            <a:r>
              <a:rPr lang="en-US"/>
              <a:t>Sample Footer Text</a:t>
            </a:r>
          </a:p>
        </p:txBody>
      </p:sp>
      <p:sp>
        <p:nvSpPr>
          <p:cNvPr id="10" name="Date Placeholder 9">
            <a:extLst>
              <a:ext uri="{FF2B5EF4-FFF2-40B4-BE49-F238E27FC236}">
                <a16:creationId xmlns:a16="http://schemas.microsoft.com/office/drawing/2014/main" id="{42E2EB77-3CF8-CDC9-D0D4-1AC07FC535D4}"/>
              </a:ext>
            </a:extLst>
          </p:cNvPr>
          <p:cNvSpPr>
            <a:spLocks noGrp="1"/>
          </p:cNvSpPr>
          <p:nvPr>
            <p:ph type="dt" sz="half" idx="10"/>
          </p:nvPr>
        </p:nvSpPr>
        <p:spPr/>
        <p:txBody>
          <a:bodyPr/>
          <a:lstStyle/>
          <a:p>
            <a:fld id="{123C8380-BA28-4545-958E-1509715E2ECF}" type="datetime1">
              <a:rPr lang="en-US" smtClean="0"/>
              <a:t>4/15/2026</a:t>
            </a:fld>
            <a:endParaRPr lang="en-US"/>
          </a:p>
        </p:txBody>
      </p:sp>
      <p:sp>
        <p:nvSpPr>
          <p:cNvPr id="15" name="Slide Number Placeholder 14">
            <a:extLst>
              <a:ext uri="{FF2B5EF4-FFF2-40B4-BE49-F238E27FC236}">
                <a16:creationId xmlns:a16="http://schemas.microsoft.com/office/drawing/2014/main" id="{6918C09E-FCA3-F1F6-7408-40D98FCEA9FD}"/>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354F547E-1AC1-2FFD-3E17-DC3F25B07823}"/>
              </a:ext>
            </a:extLst>
          </p:cNvPr>
          <p:cNvCxnSpPr>
            <a:cxnSpLocks/>
          </p:cNvCxnSpPr>
          <p:nvPr/>
        </p:nvCxnSpPr>
        <p:spPr>
          <a:xfrm>
            <a:off x="6096000" y="1362719"/>
            <a:ext cx="0" cy="5490348"/>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8695E25D-D4B1-2002-F8AB-8B987C1683D9}"/>
              </a:ext>
            </a:extLst>
          </p:cNvPr>
          <p:cNvCxnSpPr>
            <a:cxnSpLocks/>
          </p:cNvCxnSpPr>
          <p:nvPr/>
        </p:nvCxnSpPr>
        <p:spPr>
          <a:xfrm flipH="1">
            <a:off x="0" y="2268129"/>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335EA16-C700-BA75-F075-2E4BC3EAFBE2}"/>
              </a:ext>
            </a:extLst>
          </p:cNvPr>
          <p:cNvCxnSpPr>
            <a:cxnSpLocks/>
          </p:cNvCxnSpPr>
          <p:nvPr/>
        </p:nvCxnSpPr>
        <p:spPr>
          <a:xfrm flipH="1">
            <a:off x="0" y="1362719"/>
            <a:ext cx="12200040" cy="0"/>
          </a:xfrm>
          <a:prstGeom prst="line">
            <a:avLst/>
          </a:prstGeom>
          <a:ln w="9525">
            <a:solidFill>
              <a:srgbClr val="616867">
                <a:alpha val="4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951093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552C1-DD73-A90F-46E0-33A4D558013C}"/>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238F8C10-87B8-01D2-2FEE-DAC41B9CF7CE}"/>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225E57E-7F73-3825-2158-80859BAD43A4}"/>
              </a:ext>
            </a:extLst>
          </p:cNvPr>
          <p:cNvSpPr>
            <a:spLocks noGrp="1"/>
          </p:cNvSpPr>
          <p:nvPr>
            <p:ph type="dt" sz="half" idx="10"/>
          </p:nvPr>
        </p:nvSpPr>
        <p:spPr/>
        <p:txBody>
          <a:bodyPr/>
          <a:lstStyle/>
          <a:p>
            <a:fld id="{3235819A-32CF-4E28-B3BF-584E7896B0B9}" type="datetime1">
              <a:rPr lang="en-US" smtClean="0"/>
              <a:t>4/15/2026</a:t>
            </a:fld>
            <a:endParaRPr lang="en-US"/>
          </a:p>
        </p:txBody>
      </p:sp>
      <p:sp>
        <p:nvSpPr>
          <p:cNvPr id="5" name="Slide Number Placeholder 4">
            <a:extLst>
              <a:ext uri="{FF2B5EF4-FFF2-40B4-BE49-F238E27FC236}">
                <a16:creationId xmlns:a16="http://schemas.microsoft.com/office/drawing/2014/main" id="{27A634BF-792D-AC8C-B0E0-492263401E1B}"/>
              </a:ext>
            </a:extLst>
          </p:cNvPr>
          <p:cNvSpPr>
            <a:spLocks noGrp="1"/>
          </p:cNvSpPr>
          <p:nvPr>
            <p:ph type="sldNum" sz="quarter" idx="12"/>
          </p:nvPr>
        </p:nvSpPr>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12900942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151370D-0A93-44DD-E049-EF3265B73F77}"/>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B6FF00A2-5853-30A7-62F5-7C7CB5A22191}"/>
              </a:ext>
            </a:extLst>
          </p:cNvPr>
          <p:cNvSpPr>
            <a:spLocks noGrp="1"/>
          </p:cNvSpPr>
          <p:nvPr>
            <p:ph type="dt" sz="half" idx="10"/>
          </p:nvPr>
        </p:nvSpPr>
        <p:spPr/>
        <p:txBody>
          <a:bodyPr/>
          <a:lstStyle/>
          <a:p>
            <a:fld id="{24FD1C49-B0F9-453B-AEA5-082224781CE0}" type="datetime1">
              <a:rPr lang="en-US" smtClean="0"/>
              <a:t>4/15/2026</a:t>
            </a:fld>
            <a:endParaRPr lang="en-US"/>
          </a:p>
        </p:txBody>
      </p:sp>
      <p:sp>
        <p:nvSpPr>
          <p:cNvPr id="4" name="Slide Number Placeholder 3">
            <a:extLst>
              <a:ext uri="{FF2B5EF4-FFF2-40B4-BE49-F238E27FC236}">
                <a16:creationId xmlns:a16="http://schemas.microsoft.com/office/drawing/2014/main" id="{ED3E97DA-A7DF-E3FF-8937-F6A36D17F59B}"/>
              </a:ext>
            </a:extLst>
          </p:cNvPr>
          <p:cNvSpPr>
            <a:spLocks noGrp="1"/>
          </p:cNvSpPr>
          <p:nvPr>
            <p:ph type="sldNum" sz="quarter" idx="12"/>
          </p:nvPr>
        </p:nvSpPr>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344867534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7B5AB-0FA3-E8AE-A6A1-C03EE2DDAC1C}"/>
              </a:ext>
            </a:extLst>
          </p:cNvPr>
          <p:cNvSpPr>
            <a:spLocks noGrp="1"/>
          </p:cNvSpPr>
          <p:nvPr>
            <p:ph type="title"/>
          </p:nvPr>
        </p:nvSpPr>
        <p:spPr>
          <a:xfrm>
            <a:off x="457200" y="457200"/>
            <a:ext cx="3840480" cy="1600200"/>
          </a:xfrm>
        </p:spPr>
        <p:txBody>
          <a:bodyPr anchor="t"/>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407D3D71-61A7-7BE9-20ED-B5AF76B017E2}"/>
              </a:ext>
            </a:extLst>
          </p:cNvPr>
          <p:cNvSpPr>
            <a:spLocks noGrp="1"/>
          </p:cNvSpPr>
          <p:nvPr>
            <p:ph type="body" sz="half" idx="2"/>
          </p:nvPr>
        </p:nvSpPr>
        <p:spPr>
          <a:xfrm>
            <a:off x="457200" y="2057400"/>
            <a:ext cx="3840480" cy="397925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94D1ED4A-75CE-22B6-973F-969688C90EC1}"/>
              </a:ext>
            </a:extLst>
          </p:cNvPr>
          <p:cNvSpPr>
            <a:spLocks noGrp="1"/>
          </p:cNvSpPr>
          <p:nvPr>
            <p:ph idx="1"/>
          </p:nvPr>
        </p:nvSpPr>
        <p:spPr>
          <a:xfrm>
            <a:off x="5183187" y="457201"/>
            <a:ext cx="6551601" cy="5579457"/>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ABDB4269-D6C6-3706-6E34-9B96440E4C79}"/>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5" name="Date Placeholder 4">
            <a:extLst>
              <a:ext uri="{FF2B5EF4-FFF2-40B4-BE49-F238E27FC236}">
                <a16:creationId xmlns:a16="http://schemas.microsoft.com/office/drawing/2014/main" id="{8525825D-6882-CF7E-DED2-796EB50E5624}"/>
              </a:ext>
            </a:extLst>
          </p:cNvPr>
          <p:cNvSpPr>
            <a:spLocks noGrp="1"/>
          </p:cNvSpPr>
          <p:nvPr>
            <p:ph type="dt" sz="half" idx="10"/>
          </p:nvPr>
        </p:nvSpPr>
        <p:spPr/>
        <p:txBody>
          <a:bodyPr/>
          <a:lstStyle/>
          <a:p>
            <a:fld id="{E1499D84-B6AF-4AD4-8BA4-CA27940FE19C}" type="datetime1">
              <a:rPr lang="en-US" smtClean="0"/>
              <a:t>4/15/2026</a:t>
            </a:fld>
            <a:endParaRPr lang="en-US"/>
          </a:p>
        </p:txBody>
      </p:sp>
      <p:sp>
        <p:nvSpPr>
          <p:cNvPr id="7" name="Slide Number Placeholder 6">
            <a:extLst>
              <a:ext uri="{FF2B5EF4-FFF2-40B4-BE49-F238E27FC236}">
                <a16:creationId xmlns:a16="http://schemas.microsoft.com/office/drawing/2014/main" id="{9E661EE4-2972-F8D1-E2C0-577A67DEC944}"/>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8" name="Straight Connector 7">
            <a:extLst>
              <a:ext uri="{FF2B5EF4-FFF2-40B4-BE49-F238E27FC236}">
                <a16:creationId xmlns:a16="http://schemas.microsoft.com/office/drawing/2014/main" id="{1A5F8204-04DE-BDF1-25A8-C8850EC04A7C}"/>
              </a:ext>
            </a:extLst>
          </p:cNvPr>
          <p:cNvCxnSpPr>
            <a:cxnSpLocks/>
          </p:cNvCxnSpPr>
          <p:nvPr/>
        </p:nvCxnSpPr>
        <p:spPr>
          <a:xfrm>
            <a:off x="4643464"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C0CCA0B-4B85-D092-C9D6-7644345E4BFB}"/>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01032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064BF-25B8-DF5F-78A5-EF299DBC0FE5}"/>
              </a:ext>
            </a:extLst>
          </p:cNvPr>
          <p:cNvSpPr>
            <a:spLocks noGrp="1"/>
          </p:cNvSpPr>
          <p:nvPr>
            <p:ph type="title"/>
          </p:nvPr>
        </p:nvSpPr>
        <p:spPr>
          <a:xfrm>
            <a:off x="457200" y="457200"/>
            <a:ext cx="3840480" cy="1600200"/>
          </a:xfrm>
        </p:spPr>
        <p:txBody>
          <a:bodyPr anchor="t"/>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3EB6BD76-5832-C2AF-7743-B7CB3A9FD207}"/>
              </a:ext>
            </a:extLst>
          </p:cNvPr>
          <p:cNvSpPr>
            <a:spLocks noGrp="1"/>
          </p:cNvSpPr>
          <p:nvPr>
            <p:ph type="body" sz="half" idx="2"/>
          </p:nvPr>
        </p:nvSpPr>
        <p:spPr>
          <a:xfrm>
            <a:off x="457200" y="2073584"/>
            <a:ext cx="3840480" cy="3880736"/>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3F01BD91-BD6E-DEBA-3699-22D6D0CCE7F1}"/>
              </a:ext>
            </a:extLst>
          </p:cNvPr>
          <p:cNvSpPr>
            <a:spLocks noGrp="1"/>
          </p:cNvSpPr>
          <p:nvPr>
            <p:ph type="pic" idx="1" hasCustomPrompt="1"/>
          </p:nvPr>
        </p:nvSpPr>
        <p:spPr>
          <a:xfrm>
            <a:off x="5183188" y="542165"/>
            <a:ext cx="6466646" cy="5313731"/>
          </a:xfrm>
          <a:blipFill dpi="0" rotWithShape="1">
            <a:blip r:embed="rId2">
              <a:alphaModFix amt="8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6" name="Footer Placeholder 5">
            <a:extLst>
              <a:ext uri="{FF2B5EF4-FFF2-40B4-BE49-F238E27FC236}">
                <a16:creationId xmlns:a16="http://schemas.microsoft.com/office/drawing/2014/main" id="{5BC7AD9D-75CD-C3FA-F88F-4D8A87B72273}"/>
              </a:ext>
            </a:extLst>
          </p:cNvPr>
          <p:cNvSpPr>
            <a:spLocks noGrp="1"/>
          </p:cNvSpPr>
          <p:nvPr>
            <p:ph type="ftr" sz="quarter" idx="11"/>
          </p:nvPr>
        </p:nvSpPr>
        <p:spPr>
          <a:xfrm>
            <a:off x="457200" y="6445997"/>
            <a:ext cx="3949302" cy="365125"/>
          </a:xfrm>
        </p:spPr>
        <p:txBody>
          <a:bodyPr/>
          <a:lstStyle/>
          <a:p>
            <a:r>
              <a:rPr lang="en-US"/>
              <a:t>Sample Footer Text</a:t>
            </a:r>
          </a:p>
        </p:txBody>
      </p:sp>
      <p:sp>
        <p:nvSpPr>
          <p:cNvPr id="5" name="Date Placeholder 4">
            <a:extLst>
              <a:ext uri="{FF2B5EF4-FFF2-40B4-BE49-F238E27FC236}">
                <a16:creationId xmlns:a16="http://schemas.microsoft.com/office/drawing/2014/main" id="{F47D41FD-57A5-7CC9-58D3-3ACA20265E6C}"/>
              </a:ext>
            </a:extLst>
          </p:cNvPr>
          <p:cNvSpPr>
            <a:spLocks noGrp="1"/>
          </p:cNvSpPr>
          <p:nvPr>
            <p:ph type="dt" sz="half" idx="10"/>
          </p:nvPr>
        </p:nvSpPr>
        <p:spPr/>
        <p:txBody>
          <a:bodyPr/>
          <a:lstStyle/>
          <a:p>
            <a:fld id="{88160925-047A-4C6B-94FB-6885B6031109}" type="datetime1">
              <a:rPr lang="en-US" smtClean="0"/>
              <a:t>4/15/2026</a:t>
            </a:fld>
            <a:endParaRPr lang="en-US"/>
          </a:p>
        </p:txBody>
      </p:sp>
      <p:sp>
        <p:nvSpPr>
          <p:cNvPr id="7" name="Slide Number Placeholder 6">
            <a:extLst>
              <a:ext uri="{FF2B5EF4-FFF2-40B4-BE49-F238E27FC236}">
                <a16:creationId xmlns:a16="http://schemas.microsoft.com/office/drawing/2014/main" id="{6EACC530-F0C1-526A-3F3A-EA8A7A29A70E}"/>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9" name="Straight Connector 8">
            <a:extLst>
              <a:ext uri="{FF2B5EF4-FFF2-40B4-BE49-F238E27FC236}">
                <a16:creationId xmlns:a16="http://schemas.microsoft.com/office/drawing/2014/main" id="{09332F2A-AF1E-7A2E-F872-24CEC59A2C2B}"/>
              </a:ext>
            </a:extLst>
          </p:cNvPr>
          <p:cNvCxnSpPr>
            <a:cxnSpLocks/>
          </p:cNvCxnSpPr>
          <p:nvPr/>
        </p:nvCxnSpPr>
        <p:spPr>
          <a:xfrm>
            <a:off x="4643464"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041477D-FCE4-BE8D-ED72-1A4C8D664981}"/>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849457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319627-2791-E32D-91B0-857B27F822FB}"/>
              </a:ext>
            </a:extLst>
          </p:cNvPr>
          <p:cNvSpPr/>
          <p:nvPr/>
        </p:nvSpPr>
        <p:spPr>
          <a:xfrm>
            <a:off x="0" y="0"/>
            <a:ext cx="12192000"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1034473"/>
            <a:ext cx="11122508" cy="1993399"/>
          </a:xfrm>
        </p:spPr>
        <p:txBody>
          <a:bodyPr anchor="b">
            <a:normAutofit/>
          </a:bodyPr>
          <a:lstStyle>
            <a:lvl1pPr>
              <a:defRPr sz="6000" cap="all" baseline="0">
                <a:solidFill>
                  <a:schemeClr val="accent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57199" y="3528206"/>
            <a:ext cx="11122509" cy="2754253"/>
          </a:xfr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57200" y="6445997"/>
            <a:ext cx="3949302" cy="365125"/>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2"/>
                </a:solidFill>
              </a:defRPr>
            </a:lvl1pPr>
          </a:lstStyle>
          <a:p>
            <a:fld id="{DD049693-73B8-4968-A0F1-3875574BBB60}" type="datetime1">
              <a:rPr lang="en-US" smtClean="0"/>
              <a:t>4/15/2026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11" name="Straight Connector 10">
            <a:extLst>
              <a:ext uri="{FF2B5EF4-FFF2-40B4-BE49-F238E27FC236}">
                <a16:creationId xmlns:a16="http://schemas.microsoft.com/office/drawing/2014/main" id="{E2128EF9-7F8A-2F1B-41F7-2CA02A35CCA7}"/>
              </a:ext>
            </a:extLst>
          </p:cNvPr>
          <p:cNvCxnSpPr>
            <a:cxnSpLocks/>
          </p:cNvCxnSpPr>
          <p:nvPr/>
        </p:nvCxnSpPr>
        <p:spPr>
          <a:xfrm flipH="1">
            <a:off x="0" y="3191402"/>
            <a:ext cx="12192000" cy="0"/>
          </a:xfrm>
          <a:prstGeom prst="line">
            <a:avLst/>
          </a:prstGeom>
          <a:ln w="12700">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0109741"/>
      </p:ext>
    </p:extLst>
  </p:cSld>
  <p:clrMapOvr>
    <a:overrideClrMapping bg1="lt1" tx1="dk1" bg2="lt2" tx2="dk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cSld name="Conclusion 2">
    <p:bg>
      <p:bgRef idx="1001">
        <a:schemeClr val="bg2"/>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7CD7571-736E-B4CB-34E0-C8B31B5A98C2}"/>
              </a:ext>
            </a:extLst>
          </p:cNvPr>
          <p:cNvSpPr/>
          <p:nvPr/>
        </p:nvSpPr>
        <p:spPr>
          <a:xfrm>
            <a:off x="0" y="0"/>
            <a:ext cx="12192000"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1034473"/>
            <a:ext cx="6768193" cy="1993399"/>
          </a:xfrm>
        </p:spPr>
        <p:txBody>
          <a:bodyPr anchor="b">
            <a:normAutofit/>
          </a:bodyPr>
          <a:lstStyle>
            <a:lvl1pPr>
              <a:defRPr sz="6000" cap="all" baseline="0">
                <a:solidFill>
                  <a:schemeClr val="accent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57200" y="3528206"/>
            <a:ext cx="6768193" cy="1794899"/>
          </a:xfr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57200" y="6445997"/>
            <a:ext cx="3949302" cy="365125"/>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2"/>
                </a:solidFill>
              </a:defRPr>
            </a:lvl1pPr>
          </a:lstStyle>
          <a:p>
            <a:fld id="{69F7915E-BF18-4119-A409-F175A6E221CE}" type="datetime1">
              <a:rPr lang="en-US" smtClean="0"/>
              <a:t>4/15/2026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11" name="Straight Connector 10">
            <a:extLst>
              <a:ext uri="{FF2B5EF4-FFF2-40B4-BE49-F238E27FC236}">
                <a16:creationId xmlns:a16="http://schemas.microsoft.com/office/drawing/2014/main" id="{E2128EF9-7F8A-2F1B-41F7-2CA02A35CCA7}"/>
              </a:ext>
            </a:extLst>
          </p:cNvPr>
          <p:cNvCxnSpPr>
            <a:cxnSpLocks/>
          </p:cNvCxnSpPr>
          <p:nvPr/>
        </p:nvCxnSpPr>
        <p:spPr>
          <a:xfrm flipH="1">
            <a:off x="0" y="3191402"/>
            <a:ext cx="12192000" cy="0"/>
          </a:xfrm>
          <a:prstGeom prst="line">
            <a:avLst/>
          </a:prstGeom>
          <a:ln w="12700">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7721571"/>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57148D-D60C-3359-4AC2-15A43E221742}"/>
              </a:ext>
            </a:extLst>
          </p:cNvPr>
          <p:cNvSpPr>
            <a:spLocks noGrp="1"/>
          </p:cNvSpPr>
          <p:nvPr>
            <p:ph type="title"/>
          </p:nvPr>
        </p:nvSpPr>
        <p:spPr>
          <a:xfrm>
            <a:off x="457200" y="533401"/>
            <a:ext cx="10515600" cy="1157288"/>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E1A8731C-FCAE-A05A-5A11-57005B86ABD4}"/>
              </a:ext>
            </a:extLst>
          </p:cNvPr>
          <p:cNvSpPr>
            <a:spLocks noGrp="1"/>
          </p:cNvSpPr>
          <p:nvPr>
            <p:ph type="body" idx="1"/>
          </p:nvPr>
        </p:nvSpPr>
        <p:spPr>
          <a:xfrm>
            <a:off x="457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44952E70-B2DF-717F-6373-70A688FAD82F}"/>
              </a:ext>
            </a:extLst>
          </p:cNvPr>
          <p:cNvSpPr>
            <a:spLocks noGrp="1"/>
          </p:cNvSpPr>
          <p:nvPr>
            <p:ph type="ftr" sz="quarter" idx="3"/>
          </p:nvPr>
        </p:nvSpPr>
        <p:spPr>
          <a:xfrm>
            <a:off x="457200" y="6445997"/>
            <a:ext cx="3949302" cy="365125"/>
          </a:xfrm>
          <a:prstGeom prst="rect">
            <a:avLst/>
          </a:prstGeom>
        </p:spPr>
        <p:txBody>
          <a:bodyPr vert="horz" lIns="91440" tIns="45720" rIns="91440" bIns="45720" rtlCol="0" anchor="ctr"/>
          <a:lstStyle>
            <a:lvl1pPr algn="l">
              <a:defRPr sz="900">
                <a:solidFill>
                  <a:schemeClr val="tx1">
                    <a:lumMod val="95000"/>
                    <a:lumOff val="5000"/>
                  </a:schemeClr>
                </a:solidFill>
              </a:defRPr>
            </a:lvl1pPr>
          </a:lstStyle>
          <a:p>
            <a:r>
              <a:rPr lang="en-US"/>
              <a:t>Sample Footer Text</a:t>
            </a:r>
          </a:p>
        </p:txBody>
      </p:sp>
      <p:sp>
        <p:nvSpPr>
          <p:cNvPr id="4" name="Date Placeholder 3">
            <a:extLst>
              <a:ext uri="{FF2B5EF4-FFF2-40B4-BE49-F238E27FC236}">
                <a16:creationId xmlns:a16="http://schemas.microsoft.com/office/drawing/2014/main" id="{225215E5-6146-14C5-665E-EF04630DCB32}"/>
              </a:ext>
            </a:extLst>
          </p:cNvPr>
          <p:cNvSpPr>
            <a:spLocks noGrp="1"/>
          </p:cNvSpPr>
          <p:nvPr>
            <p:ph type="dt" sz="half" idx="2"/>
          </p:nvPr>
        </p:nvSpPr>
        <p:spPr>
          <a:xfrm>
            <a:off x="9737594" y="6445997"/>
            <a:ext cx="1842115" cy="365125"/>
          </a:xfrm>
          <a:prstGeom prst="rect">
            <a:avLst/>
          </a:prstGeom>
        </p:spPr>
        <p:txBody>
          <a:bodyPr vert="horz" lIns="91440" tIns="45720" rIns="91440" bIns="45720" rtlCol="0" anchor="ctr"/>
          <a:lstStyle>
            <a:lvl1pPr algn="r">
              <a:defRPr sz="900">
                <a:solidFill>
                  <a:schemeClr val="tx1">
                    <a:lumMod val="95000"/>
                    <a:lumOff val="5000"/>
                  </a:schemeClr>
                </a:solidFill>
              </a:defRPr>
            </a:lvl1pPr>
          </a:lstStyle>
          <a:p>
            <a:fld id="{40DAA6B7-91A8-481F-87E9-5D18FE514C0E}" type="datetime1">
              <a:rPr lang="en-US" smtClean="0"/>
              <a:t>4/15/2026</a:t>
            </a:fld>
            <a:endParaRPr lang="en-US"/>
          </a:p>
        </p:txBody>
      </p:sp>
      <p:sp>
        <p:nvSpPr>
          <p:cNvPr id="6" name="Slide Number Placeholder 5">
            <a:extLst>
              <a:ext uri="{FF2B5EF4-FFF2-40B4-BE49-F238E27FC236}">
                <a16:creationId xmlns:a16="http://schemas.microsoft.com/office/drawing/2014/main" id="{20E8FA3A-8706-3F4B-41CC-B024431F6200}"/>
              </a:ext>
            </a:extLst>
          </p:cNvPr>
          <p:cNvSpPr>
            <a:spLocks noGrp="1"/>
          </p:cNvSpPr>
          <p:nvPr>
            <p:ph type="sldNum" sz="quarter" idx="4"/>
          </p:nvPr>
        </p:nvSpPr>
        <p:spPr>
          <a:xfrm>
            <a:off x="11734800" y="6445997"/>
            <a:ext cx="457200" cy="365125"/>
          </a:xfrm>
          <a:prstGeom prst="rect">
            <a:avLst/>
          </a:prstGeom>
        </p:spPr>
        <p:txBody>
          <a:bodyPr vert="horz" lIns="91440" tIns="45720" rIns="91440" bIns="45720" rtlCol="0" anchor="ctr"/>
          <a:lstStyle>
            <a:lvl1pPr algn="ctr">
              <a:defRPr sz="900">
                <a:solidFill>
                  <a:schemeClr val="tx1">
                    <a:lumMod val="95000"/>
                    <a:lumOff val="5000"/>
                  </a:schemeClr>
                </a:solidFill>
              </a:defRPr>
            </a:lvl1pPr>
          </a:lstStyle>
          <a:p>
            <a:fld id="{DDF60B60-82CA-4BB9-BA6E-A62FADF2374B}" type="slidenum">
              <a:rPr lang="en-US" smtClean="0"/>
              <a:t>‹#›</a:t>
            </a:fld>
            <a:endParaRPr lang="en-US"/>
          </a:p>
        </p:txBody>
      </p:sp>
    </p:spTree>
    <p:extLst>
      <p:ext uri="{BB962C8B-B14F-4D97-AF65-F5344CB8AC3E}">
        <p14:creationId xmlns:p14="http://schemas.microsoft.com/office/powerpoint/2010/main" val="10498577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Lst>
  <p:hf sldNum="0" hdr="0" ftr="0" dt="0"/>
  <p:txStyles>
    <p:titleStyle>
      <a:lvl1pPr algn="l" defTabSz="914400" rtl="0" eaLnBrk="1" latinLnBrk="0" hangingPunct="1">
        <a:lnSpc>
          <a:spcPct val="90000"/>
        </a:lnSpc>
        <a:spcBef>
          <a:spcPct val="0"/>
        </a:spcBef>
        <a:buNone/>
        <a:defRPr sz="3200" kern="120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08">
          <p15:clr>
            <a:srgbClr val="F26B43"/>
          </p15:clr>
        </p15:guide>
        <p15:guide id="3" pos="4872">
          <p15:clr>
            <a:srgbClr val="F26B43"/>
          </p15:clr>
        </p15:guide>
        <p15:guide id="4" pos="5160">
          <p15:clr>
            <a:srgbClr val="F26B43"/>
          </p15:clr>
        </p15:guide>
        <p15:guide id="5" pos="2520">
          <p15:clr>
            <a:srgbClr val="F26B43"/>
          </p15:clr>
        </p15:guide>
        <p15:guide id="6" pos="45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50.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50.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35.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5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F3EFB-5A8F-B118-82E0-E0020A6102EC}"/>
              </a:ext>
            </a:extLst>
          </p:cNvPr>
          <p:cNvSpPr>
            <a:spLocks noGrp="1"/>
          </p:cNvSpPr>
          <p:nvPr>
            <p:ph type="ctrTitle"/>
          </p:nvPr>
        </p:nvSpPr>
        <p:spPr>
          <a:xfrm>
            <a:off x="512724" y="1480212"/>
            <a:ext cx="3918954" cy="2273637"/>
          </a:xfrm>
        </p:spPr>
        <p:txBody>
          <a:bodyPr anchor="b">
            <a:normAutofit/>
          </a:bodyPr>
          <a:lstStyle/>
          <a:p>
            <a:r>
              <a:rPr lang="en-US" sz="3100"/>
              <a:t>BrightTV Viewership Analytics and Growth Recommendations</a:t>
            </a:r>
          </a:p>
        </p:txBody>
      </p:sp>
      <p:sp>
        <p:nvSpPr>
          <p:cNvPr id="3" name="Subtitle 2">
            <a:extLst>
              <a:ext uri="{FF2B5EF4-FFF2-40B4-BE49-F238E27FC236}">
                <a16:creationId xmlns:a16="http://schemas.microsoft.com/office/drawing/2014/main" id="{BE4E2285-F5CD-5C16-B24F-7C50F8C0123C}"/>
              </a:ext>
            </a:extLst>
          </p:cNvPr>
          <p:cNvSpPr>
            <a:spLocks noGrp="1"/>
          </p:cNvSpPr>
          <p:nvPr>
            <p:ph type="subTitle" idx="1"/>
          </p:nvPr>
        </p:nvSpPr>
        <p:spPr>
          <a:xfrm>
            <a:off x="620272" y="4232388"/>
            <a:ext cx="3703859" cy="1542770"/>
          </a:xfrm>
        </p:spPr>
        <p:txBody>
          <a:bodyPr>
            <a:normAutofit/>
          </a:bodyPr>
          <a:lstStyle/>
          <a:p>
            <a:r>
              <a:rPr lang="en-US" dirty="0"/>
              <a:t>Insights and strategies to boost audience engagement</a:t>
            </a:r>
          </a:p>
        </p:txBody>
      </p:sp>
      <p:pic>
        <p:nvPicPr>
          <p:cNvPr id="4" name="Picture 3" descr="Three graphs detailing the performance of the three sectors presented by the pie chart on the monitor.See all my">
            <a:extLst>
              <a:ext uri="{FF2B5EF4-FFF2-40B4-BE49-F238E27FC236}">
                <a16:creationId xmlns:a16="http://schemas.microsoft.com/office/drawing/2014/main" id="{C08789AB-AB6C-4380-B118-257E91F38E13}"/>
              </a:ext>
            </a:extLst>
          </p:cNvPr>
          <p:cNvPicPr>
            <a:picLocks noChangeAspect="1"/>
          </p:cNvPicPr>
          <p:nvPr/>
        </p:nvPicPr>
        <p:blipFill>
          <a:blip r:embed="rId3"/>
          <a:stretch>
            <a:fillRect/>
          </a:stretch>
        </p:blipFill>
        <p:spPr>
          <a:xfrm>
            <a:off x="4958748" y="1320178"/>
            <a:ext cx="7240587" cy="4217641"/>
          </a:xfrm>
          <a:prstGeom prst="rect">
            <a:avLst/>
          </a:prstGeom>
        </p:spPr>
      </p:pic>
    </p:spTree>
    <p:extLst>
      <p:ext uri="{BB962C8B-B14F-4D97-AF65-F5344CB8AC3E}">
        <p14:creationId xmlns:p14="http://schemas.microsoft.com/office/powerpoint/2010/main" val="3572911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4C508-0E7F-6986-206A-D2BA50CDC050}"/>
              </a:ext>
            </a:extLst>
          </p:cNvPr>
          <p:cNvSpPr>
            <a:spLocks noGrp="1"/>
          </p:cNvSpPr>
          <p:nvPr>
            <p:ph type="title"/>
          </p:nvPr>
        </p:nvSpPr>
        <p:spPr/>
        <p:txBody>
          <a:bodyPr>
            <a:normAutofit fontScale="90000"/>
          </a:bodyPr>
          <a:lstStyle/>
          <a:p>
            <a:r>
              <a:rPr lang="en-US"/>
              <a:t>BrightTV Viewership Analytics Overview and CEO Growth Objective</a:t>
            </a:r>
          </a:p>
        </p:txBody>
      </p:sp>
      <p:pic>
        <p:nvPicPr>
          <p:cNvPr id="5" name="Content Placeholder 4" descr="Monitor screen with stock market graphs  Note for inspector: This appliction interface is made by me. See attached release, please.">
            <a:extLst>
              <a:ext uri="{FF2B5EF4-FFF2-40B4-BE49-F238E27FC236}">
                <a16:creationId xmlns:a16="http://schemas.microsoft.com/office/drawing/2014/main" id="{6BE69118-541F-4FC0-B8F3-7AA4CD81C60D}"/>
              </a:ext>
            </a:extLst>
          </p:cNvPr>
          <p:cNvPicPr>
            <a:picLocks noGrp="1" noChangeAspect="1"/>
          </p:cNvPicPr>
          <p:nvPr>
            <p:ph sz="quarter" idx="15"/>
          </p:nvPr>
        </p:nvPicPr>
        <p:blipFill>
          <a:blip r:embed="rId3"/>
          <a:stretch>
            <a:fillRect/>
          </a:stretch>
        </p:blipFill>
        <p:spPr>
          <a:xfrm>
            <a:off x="455613" y="2198167"/>
            <a:ext cx="5181600" cy="3458616"/>
          </a:xfrm>
          <a:prstGeom prst="rect">
            <a:avLst/>
          </a:prstGeom>
        </p:spPr>
      </p:pic>
      <p:sp>
        <p:nvSpPr>
          <p:cNvPr id="4" name="Content Placeholder 3">
            <a:extLst>
              <a:ext uri="{FF2B5EF4-FFF2-40B4-BE49-F238E27FC236}">
                <a16:creationId xmlns:a16="http://schemas.microsoft.com/office/drawing/2014/main" id="{02266B15-EBFE-CC76-80F2-44CF408B5BF9}"/>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fontScale="85000" lnSpcReduction="10000"/>
          </a:bodyPr>
          <a:lstStyle/>
          <a:p>
            <a:pPr>
              <a:buFont typeface="Arial" panose="020B0604020202020204" pitchFamily="34" charset="0"/>
              <a:buChar char="•"/>
            </a:pPr>
            <a:r>
              <a:rPr dirty="0"/>
              <a:t>Strategic Growth Objective</a:t>
            </a:r>
          </a:p>
          <a:p>
            <a:pPr marL="742950" lvl="1" indent="-285750">
              <a:buFont typeface="Arial" panose="020B0604020202020204" pitchFamily="34" charset="0"/>
              <a:buChar char="•"/>
            </a:pPr>
            <a:r>
              <a:rPr dirty="0"/>
              <a:t>Bright</a:t>
            </a:r>
            <a:r>
              <a:rPr lang="en-ZA" dirty="0"/>
              <a:t> </a:t>
            </a:r>
            <a:r>
              <a:rPr dirty="0"/>
              <a:t>TV aims to grow subscriptions in a competitive streaming market by enhancing user engagement and retention.</a:t>
            </a:r>
          </a:p>
          <a:p>
            <a:pPr>
              <a:buFont typeface="Arial" panose="020B0604020202020204" pitchFamily="34" charset="0"/>
              <a:buChar char="•"/>
            </a:pPr>
            <a:r>
              <a:rPr dirty="0"/>
              <a:t>Viewership Data Analysis</a:t>
            </a:r>
          </a:p>
          <a:p>
            <a:pPr marL="742950" lvl="1" indent="-285750">
              <a:buFont typeface="Arial" panose="020B0604020202020204" pitchFamily="34" charset="0"/>
              <a:buChar char="•"/>
            </a:pPr>
            <a:r>
              <a:rPr dirty="0"/>
              <a:t>Detailed session and demographic data reveal patterns in content consumption and viewer behavior.</a:t>
            </a:r>
          </a:p>
          <a:p>
            <a:pPr>
              <a:buFont typeface="Arial" panose="020B0604020202020204" pitchFamily="34" charset="0"/>
              <a:buChar char="•"/>
            </a:pPr>
            <a:r>
              <a:rPr dirty="0"/>
              <a:t>Customer Value Management</a:t>
            </a:r>
          </a:p>
          <a:p>
            <a:pPr marL="742950" lvl="1" indent="-285750">
              <a:buFont typeface="Arial" panose="020B0604020202020204" pitchFamily="34" charset="0"/>
              <a:buChar char="•"/>
            </a:pPr>
            <a:r>
              <a:rPr dirty="0"/>
              <a:t>CVM team uses analytics to design targeted initiatives increasing customer lifetime value and reducing churn.</a:t>
            </a:r>
          </a:p>
          <a:p>
            <a:pPr>
              <a:buFont typeface="Arial" panose="020B0604020202020204" pitchFamily="34" charset="0"/>
              <a:buChar char="•"/>
            </a:pPr>
            <a:r>
              <a:rPr dirty="0"/>
              <a:t>Practical Recommendations</a:t>
            </a:r>
          </a:p>
          <a:p>
            <a:pPr marL="742950" lvl="1" indent="-285750">
              <a:buFont typeface="Arial" panose="020B0604020202020204" pitchFamily="34" charset="0"/>
              <a:buChar char="•"/>
            </a:pPr>
            <a:r>
              <a:rPr dirty="0"/>
              <a:t>Insights lead to optimized scheduling, personalization, off-peak engagement, and tailored content offerings.</a:t>
            </a:r>
            <a:endParaRPr lang="en-US" dirty="0"/>
          </a:p>
        </p:txBody>
      </p:sp>
    </p:spTree>
    <p:extLst>
      <p:ext uri="{BB962C8B-B14F-4D97-AF65-F5344CB8AC3E}">
        <p14:creationId xmlns:p14="http://schemas.microsoft.com/office/powerpoint/2010/main" val="22201564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53C6F-E3F5-70DE-DA51-AD2E5CFA0BE8}"/>
              </a:ext>
            </a:extLst>
          </p:cNvPr>
          <p:cNvSpPr>
            <a:spLocks noGrp="1"/>
          </p:cNvSpPr>
          <p:nvPr>
            <p:ph type="title"/>
          </p:nvPr>
        </p:nvSpPr>
        <p:spPr>
          <a:xfrm>
            <a:off x="8191500" y="182571"/>
            <a:ext cx="3632937" cy="1681551"/>
          </a:xfrm>
        </p:spPr>
        <p:txBody>
          <a:bodyPr anchor="b">
            <a:normAutofit/>
          </a:bodyPr>
          <a:lstStyle/>
          <a:p>
            <a:r>
              <a:rPr lang="en-US" dirty="0"/>
              <a:t>Viewership and User Profile Data Sources</a:t>
            </a:r>
          </a:p>
        </p:txBody>
      </p:sp>
      <p:sp>
        <p:nvSpPr>
          <p:cNvPr id="4" name="Content Placeholder 3">
            <a:extLst>
              <a:ext uri="{FF2B5EF4-FFF2-40B4-BE49-F238E27FC236}">
                <a16:creationId xmlns:a16="http://schemas.microsoft.com/office/drawing/2014/main" id="{DF2794D0-4801-C06F-F661-BC0BF84A060E}"/>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191500" y="2041742"/>
            <a:ext cx="3846763" cy="4495900"/>
          </a:xfrm>
        </p:spPr>
        <p:txBody>
          <a:bodyPr>
            <a:normAutofit/>
          </a:bodyPr>
          <a:lstStyle/>
          <a:p>
            <a:pPr marL="0" indent="0">
              <a:spcBef>
                <a:spcPts val="2500"/>
              </a:spcBef>
              <a:buNone/>
            </a:pPr>
            <a:r>
              <a:rPr lang="en-US" sz="1300" b="1" dirty="0"/>
              <a:t>Provincial Engagement Overview</a:t>
            </a:r>
          </a:p>
          <a:p>
            <a:pPr marL="0" lvl="1" indent="0">
              <a:buNone/>
            </a:pPr>
            <a:r>
              <a:rPr lang="en-US" sz="1300" dirty="0"/>
              <a:t>Gauteng leads with the highest duration (759), showing significantly stronger engagement than all other provinces. </a:t>
            </a:r>
          </a:p>
          <a:p>
            <a:pPr marL="0" lvl="1" indent="0">
              <a:buNone/>
            </a:pPr>
            <a:r>
              <a:rPr lang="en-US" sz="1300" b="1" dirty="0"/>
              <a:t>Top Performing Provinces</a:t>
            </a:r>
          </a:p>
          <a:p>
            <a:pPr marL="0" lvl="1" indent="0">
              <a:buNone/>
            </a:pPr>
            <a:r>
              <a:rPr lang="en-US" sz="1300" dirty="0"/>
              <a:t>Western Cape (541) and Mpumalanga (395) follow Gauteng, forming a clear top‑three in viewership duration. </a:t>
            </a:r>
          </a:p>
          <a:p>
            <a:pPr marL="0" lvl="1" indent="0">
              <a:buNone/>
            </a:pPr>
            <a:r>
              <a:rPr lang="en-US" sz="1300" b="1" dirty="0"/>
              <a:t>Mid‑Tier Provinces</a:t>
            </a:r>
          </a:p>
          <a:p>
            <a:pPr marL="0" lvl="1" indent="0">
              <a:buNone/>
            </a:pPr>
            <a:r>
              <a:rPr lang="en-US" sz="1300" dirty="0"/>
              <a:t>KwaZulu‑Natal (298), Limpopo (235), and Eastern Cape (174) show moderate engagement and growth potential. </a:t>
            </a:r>
          </a:p>
          <a:p>
            <a:pPr marL="0" lvl="1" indent="0">
              <a:buNone/>
            </a:pPr>
            <a:r>
              <a:rPr lang="en-US" sz="1300" b="1" dirty="0"/>
              <a:t>Lower Engagement Provinces</a:t>
            </a:r>
          </a:p>
          <a:p>
            <a:pPr marL="0" lvl="1" indent="0">
              <a:buNone/>
            </a:pPr>
            <a:r>
              <a:rPr lang="en-US" sz="1300" dirty="0"/>
              <a:t>Free State, Northern Cape, and North-West record the lowest durations, indicating limited reach or adoption.</a:t>
            </a:r>
            <a:endParaRPr lang="en-US" sz="1300" b="1" dirty="0"/>
          </a:p>
          <a:p>
            <a:pPr marL="0" lvl="1" indent="0">
              <a:buNone/>
            </a:pPr>
            <a:endParaRPr lang="en-US" sz="1300" dirty="0"/>
          </a:p>
          <a:p>
            <a:pPr marL="0" lvl="1" indent="0">
              <a:buNone/>
            </a:pPr>
            <a:endParaRPr lang="en-US" sz="1300" dirty="0"/>
          </a:p>
        </p:txBody>
      </p:sp>
      <p:pic>
        <p:nvPicPr>
          <p:cNvPr id="8" name="Picture 7">
            <a:extLst>
              <a:ext uri="{FF2B5EF4-FFF2-40B4-BE49-F238E27FC236}">
                <a16:creationId xmlns:a16="http://schemas.microsoft.com/office/drawing/2014/main" id="{46DE5B15-EBE7-1EF4-3F1C-871CAD262291}"/>
              </a:ext>
            </a:extLst>
          </p:cNvPr>
          <p:cNvPicPr>
            <a:picLocks noChangeAspect="1"/>
          </p:cNvPicPr>
          <p:nvPr/>
        </p:nvPicPr>
        <p:blipFill>
          <a:blip r:embed="rId3"/>
          <a:stretch>
            <a:fillRect/>
          </a:stretch>
        </p:blipFill>
        <p:spPr>
          <a:xfrm>
            <a:off x="0" y="1638653"/>
            <a:ext cx="7716033" cy="4252610"/>
          </a:xfrm>
          <a:prstGeom prst="rect">
            <a:avLst/>
          </a:prstGeom>
        </p:spPr>
      </p:pic>
    </p:spTree>
    <p:extLst>
      <p:ext uri="{BB962C8B-B14F-4D97-AF65-F5344CB8AC3E}">
        <p14:creationId xmlns:p14="http://schemas.microsoft.com/office/powerpoint/2010/main" val="35828820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DFA60-0C56-AF10-C95F-BF48A448AF0A}"/>
              </a:ext>
            </a:extLst>
          </p:cNvPr>
          <p:cNvSpPr>
            <a:spLocks noGrp="1"/>
          </p:cNvSpPr>
          <p:nvPr>
            <p:ph type="title"/>
          </p:nvPr>
        </p:nvSpPr>
        <p:spPr>
          <a:xfrm>
            <a:off x="7739922" y="458144"/>
            <a:ext cx="3909536" cy="1485873"/>
          </a:xfrm>
        </p:spPr>
        <p:txBody>
          <a:bodyPr anchor="b">
            <a:normAutofit/>
          </a:bodyPr>
          <a:lstStyle/>
          <a:p>
            <a:r>
              <a:rPr lang="en-US" dirty="0"/>
              <a:t>Key User </a:t>
            </a:r>
            <a:r>
              <a:rPr lang="en-US" dirty="0" err="1"/>
              <a:t>Behaviour</a:t>
            </a:r>
            <a:r>
              <a:rPr lang="en-US" dirty="0"/>
              <a:t> and Viewing Patterns</a:t>
            </a:r>
          </a:p>
        </p:txBody>
      </p:sp>
      <p:pic>
        <p:nvPicPr>
          <p:cNvPr id="8" name="Picture 7">
            <a:extLst>
              <a:ext uri="{FF2B5EF4-FFF2-40B4-BE49-F238E27FC236}">
                <a16:creationId xmlns:a16="http://schemas.microsoft.com/office/drawing/2014/main" id="{ACDE419B-B0A6-FFD1-0D33-D507C67F2C85}"/>
              </a:ext>
            </a:extLst>
          </p:cNvPr>
          <p:cNvPicPr>
            <a:picLocks noChangeAspect="1"/>
          </p:cNvPicPr>
          <p:nvPr/>
        </p:nvPicPr>
        <p:blipFill>
          <a:blip r:embed="rId3"/>
          <a:stretch>
            <a:fillRect/>
          </a:stretch>
        </p:blipFill>
        <p:spPr>
          <a:xfrm>
            <a:off x="0" y="1326529"/>
            <a:ext cx="7268396" cy="3743222"/>
          </a:xfrm>
          <a:prstGeom prst="rect">
            <a:avLst/>
          </a:prstGeom>
          <a:noFill/>
        </p:spPr>
      </p:pic>
      <p:sp>
        <p:nvSpPr>
          <p:cNvPr id="4" name="Content Placeholder 3">
            <a:extLst>
              <a:ext uri="{FF2B5EF4-FFF2-40B4-BE49-F238E27FC236}">
                <a16:creationId xmlns:a16="http://schemas.microsoft.com/office/drawing/2014/main" id="{908187D0-143D-A941-2005-6C22AC149082}"/>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739922" y="2463789"/>
            <a:ext cx="3909534" cy="3561091"/>
          </a:xfrm>
        </p:spPr>
        <p:txBody>
          <a:bodyPr>
            <a:normAutofit/>
          </a:bodyPr>
          <a:lstStyle/>
          <a:p>
            <a:pPr marL="0" indent="0">
              <a:lnSpc>
                <a:spcPct val="110000"/>
              </a:lnSpc>
              <a:spcBef>
                <a:spcPts val="2500"/>
              </a:spcBef>
              <a:buFont typeface="Arial" panose="020B0604020202020204" pitchFamily="34" charset="0"/>
              <a:buNone/>
            </a:pPr>
            <a:r>
              <a:rPr lang="en-US" sz="1300" b="1"/>
              <a:t>Live Events Drive Engagement</a:t>
            </a:r>
          </a:p>
          <a:p>
            <a:pPr marL="0" lvl="1" indent="0">
              <a:lnSpc>
                <a:spcPct val="110000"/>
              </a:lnSpc>
              <a:buFont typeface="Arial" panose="020B0604020202020204" pitchFamily="34" charset="0"/>
              <a:buNone/>
            </a:pPr>
            <a:r>
              <a:rPr lang="en-US" sz="1300"/>
              <a:t>Subscribers show strong engagement with live events and popular entertainment, boosting viewing duration and repeat sessions.</a:t>
            </a:r>
          </a:p>
          <a:p>
            <a:pPr marL="0" indent="0">
              <a:lnSpc>
                <a:spcPct val="110000"/>
              </a:lnSpc>
              <a:spcBef>
                <a:spcPts val="2500"/>
              </a:spcBef>
              <a:buFont typeface="Arial" panose="020B0604020202020204" pitchFamily="34" charset="0"/>
              <a:buNone/>
            </a:pPr>
            <a:r>
              <a:rPr lang="en-US" sz="1300" b="1"/>
              <a:t>Short, Frequent Viewing Sessions</a:t>
            </a:r>
          </a:p>
          <a:p>
            <a:pPr marL="0" lvl="1" indent="0">
              <a:lnSpc>
                <a:spcPct val="110000"/>
              </a:lnSpc>
              <a:buFont typeface="Arial" panose="020B0604020202020204" pitchFamily="34" charset="0"/>
              <a:buNone/>
            </a:pPr>
            <a:r>
              <a:rPr lang="en-US" sz="1300"/>
              <a:t>Users prefer short, frequent viewing sessions aligning with modern digital consumption habits and on-the-go content access.</a:t>
            </a:r>
          </a:p>
          <a:p>
            <a:pPr marL="0" indent="0">
              <a:lnSpc>
                <a:spcPct val="110000"/>
              </a:lnSpc>
              <a:spcBef>
                <a:spcPts val="2500"/>
              </a:spcBef>
              <a:buFont typeface="Arial" panose="020B0604020202020204" pitchFamily="34" charset="0"/>
              <a:buNone/>
            </a:pPr>
            <a:r>
              <a:rPr lang="en-US" sz="1300" b="1"/>
              <a:t>Segmented User Engagement</a:t>
            </a:r>
          </a:p>
          <a:p>
            <a:pPr marL="0" lvl="1" indent="0">
              <a:lnSpc>
                <a:spcPct val="110000"/>
              </a:lnSpc>
              <a:buFont typeface="Arial" panose="020B0604020202020204" pitchFamily="34" charset="0"/>
              <a:buNone/>
            </a:pPr>
            <a:r>
              <a:rPr lang="en-US" sz="1300"/>
              <a:t>Engagement varies across user segments, with some demographics showing higher activity and longer viewing times for targeted strategies.</a:t>
            </a:r>
          </a:p>
        </p:txBody>
      </p:sp>
    </p:spTree>
    <p:extLst>
      <p:ext uri="{BB962C8B-B14F-4D97-AF65-F5344CB8AC3E}">
        <p14:creationId xmlns:p14="http://schemas.microsoft.com/office/powerpoint/2010/main" val="16190768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5E8D-8574-06B9-B13D-BC57EF48474D}"/>
              </a:ext>
            </a:extLst>
          </p:cNvPr>
          <p:cNvSpPr>
            <a:spLocks noGrp="1"/>
          </p:cNvSpPr>
          <p:nvPr>
            <p:ph type="title"/>
          </p:nvPr>
        </p:nvSpPr>
        <p:spPr>
          <a:xfrm>
            <a:off x="685800" y="360221"/>
            <a:ext cx="10515600" cy="1330468"/>
          </a:xfrm>
        </p:spPr>
        <p:txBody>
          <a:bodyPr anchor="b">
            <a:normAutofit/>
          </a:bodyPr>
          <a:lstStyle/>
          <a:p>
            <a:r>
              <a:rPr lang="en-US"/>
              <a:t>Peak and Low Viewership Periods</a:t>
            </a:r>
          </a:p>
        </p:txBody>
      </p:sp>
      <p:graphicFrame>
        <p:nvGraphicFramePr>
          <p:cNvPr id="4" name="Content Placeholder 3">
            <a:extLst>
              <a:ext uri="{FF2B5EF4-FFF2-40B4-BE49-F238E27FC236}">
                <a16:creationId xmlns:a16="http://schemas.microsoft.com/office/drawing/2014/main" id="{9735FDBE-FA2D-4202-8625-F8157B5CD75F}"/>
              </a:ext>
            </a:extLst>
          </p:cNvPr>
          <p:cNvGraphicFramePr>
            <a:graphicFrameLocks noGrp="1"/>
          </p:cNvGraphicFramePr>
          <p:nvPr>
            <p:ph idx="1"/>
            <p:extLst>
              <p:ext uri="{D42A27DB-BD31-4B8C-83A1-F6EECF244321}">
                <p14:modId xmlns:p14="http://schemas.microsoft.com/office/powerpoint/2010/main" val="2954438345"/>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685800" y="2004291"/>
          <a:ext cx="10515600" cy="41726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3224218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E382D-E164-F0DC-642F-03580D7D36EA}"/>
              </a:ext>
            </a:extLst>
          </p:cNvPr>
          <p:cNvSpPr>
            <a:spLocks noGrp="1"/>
          </p:cNvSpPr>
          <p:nvPr>
            <p:ph type="title"/>
          </p:nvPr>
        </p:nvSpPr>
        <p:spPr>
          <a:xfrm>
            <a:off x="457200" y="275309"/>
            <a:ext cx="11277600" cy="914400"/>
          </a:xfrm>
        </p:spPr>
        <p:txBody>
          <a:bodyPr anchor="ctr">
            <a:normAutofit/>
          </a:bodyPr>
          <a:lstStyle/>
          <a:p>
            <a:r>
              <a:rPr lang="en-US" dirty="0"/>
              <a:t>Inland Provinces Viewership Insights</a:t>
            </a:r>
            <a:endParaRPr lang="en-US"/>
          </a:p>
        </p:txBody>
      </p:sp>
      <p:sp>
        <p:nvSpPr>
          <p:cNvPr id="4" name="Content Placeholder 3">
            <a:extLst>
              <a:ext uri="{FF2B5EF4-FFF2-40B4-BE49-F238E27FC236}">
                <a16:creationId xmlns:a16="http://schemas.microsoft.com/office/drawing/2014/main" id="{18AB5751-91F3-0DAF-4139-045EED411E07}"/>
              </a:ext>
            </a:extLst>
          </p:cNvPr>
          <p:cNvSpPr>
            <a:spLocks noGrp="1"/>
          </p:cNvSpPr>
          <p:nvPr>
            <p:ph sz="quarter" idx="15"/>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5613" y="1677988"/>
            <a:ext cx="5181600" cy="4498975"/>
          </a:xfrm>
        </p:spPr>
        <p:txBody>
          <a:bodyPr>
            <a:normAutofit/>
          </a:bodyPr>
          <a:lstStyle/>
          <a:p>
            <a:pPr marL="0" indent="0">
              <a:spcBef>
                <a:spcPts val="2500"/>
              </a:spcBef>
              <a:buFont typeface="Arial" panose="020B0604020202020204" pitchFamily="34" charset="0"/>
              <a:buNone/>
            </a:pPr>
            <a:r>
              <a:rPr lang="en-US" sz="1400" b="1"/>
              <a:t>Viewing Time Impact</a:t>
            </a:r>
          </a:p>
          <a:p>
            <a:pPr marL="0" lvl="1" indent="0">
              <a:buFont typeface="Arial" panose="020B0604020202020204" pitchFamily="34" charset="0"/>
              <a:buNone/>
            </a:pPr>
            <a:r>
              <a:rPr lang="en-US" sz="1400"/>
              <a:t>Time of day significantly affects subscriber viewing behavior, with distinct patterns during peak and off-peak hours.</a:t>
            </a:r>
          </a:p>
          <a:p>
            <a:pPr marL="0" indent="0">
              <a:spcBef>
                <a:spcPts val="2500"/>
              </a:spcBef>
              <a:buFont typeface="Arial" panose="020B0604020202020204" pitchFamily="34" charset="0"/>
              <a:buNone/>
            </a:pPr>
            <a:r>
              <a:rPr lang="en-US" sz="1400" b="1"/>
              <a:t>Content Type Influence</a:t>
            </a:r>
          </a:p>
          <a:p>
            <a:pPr marL="0" lvl="1" indent="0">
              <a:buFont typeface="Arial" panose="020B0604020202020204" pitchFamily="34" charset="0"/>
              <a:buNone/>
            </a:pPr>
            <a:r>
              <a:rPr lang="en-US" sz="1400"/>
              <a:t>Live events, sports, and entertainment content drive higher engagement than generic programming on BrightTV.</a:t>
            </a:r>
          </a:p>
          <a:p>
            <a:pPr marL="0" indent="0">
              <a:spcBef>
                <a:spcPts val="2500"/>
              </a:spcBef>
              <a:buFont typeface="Arial" panose="020B0604020202020204" pitchFamily="34" charset="0"/>
              <a:buNone/>
            </a:pPr>
            <a:r>
              <a:rPr lang="en-US" sz="1400" b="1"/>
              <a:t>Demographic Preferences</a:t>
            </a:r>
          </a:p>
          <a:p>
            <a:pPr marL="0" lvl="1" indent="0">
              <a:buFont typeface="Arial" panose="020B0604020202020204" pitchFamily="34" charset="0"/>
              <a:buNone/>
            </a:pPr>
            <a:r>
              <a:rPr lang="en-US" sz="1400"/>
              <a:t>Viewer age and geographic location shape content preferences and viewing schedules, requiring personalized strategies.</a:t>
            </a:r>
          </a:p>
          <a:p>
            <a:pPr marL="0" indent="0">
              <a:spcBef>
                <a:spcPts val="2500"/>
              </a:spcBef>
              <a:buFont typeface="Arial" panose="020B0604020202020204" pitchFamily="34" charset="0"/>
              <a:buNone/>
            </a:pPr>
            <a:r>
              <a:rPr lang="en-US" sz="1400" b="1"/>
              <a:t>Data-Driven Decisions</a:t>
            </a:r>
          </a:p>
          <a:p>
            <a:pPr marL="0" lvl="1" indent="0">
              <a:buFont typeface="Arial" panose="020B0604020202020204" pitchFamily="34" charset="0"/>
              <a:buNone/>
            </a:pPr>
            <a:r>
              <a:rPr lang="en-US" sz="1400"/>
              <a:t>Utilizing data analytics enables BrightTV to optimize content scheduling and promotion to boost engagement and subscriptions.</a:t>
            </a:r>
          </a:p>
        </p:txBody>
      </p:sp>
      <p:pic>
        <p:nvPicPr>
          <p:cNvPr id="11" name="Picture 10">
            <a:extLst>
              <a:ext uri="{FF2B5EF4-FFF2-40B4-BE49-F238E27FC236}">
                <a16:creationId xmlns:a16="http://schemas.microsoft.com/office/drawing/2014/main" id="{6E688F99-6E32-BA9C-9A98-BD67F01010D4}"/>
              </a:ext>
            </a:extLst>
          </p:cNvPr>
          <p:cNvPicPr>
            <a:picLocks noChangeAspect="1"/>
          </p:cNvPicPr>
          <p:nvPr/>
        </p:nvPicPr>
        <p:blipFill>
          <a:blip r:embed="rId3"/>
          <a:stretch>
            <a:fillRect/>
          </a:stretch>
        </p:blipFill>
        <p:spPr>
          <a:xfrm>
            <a:off x="6096000" y="2114386"/>
            <a:ext cx="6096000" cy="3627120"/>
          </a:xfrm>
          <a:prstGeom prst="rect">
            <a:avLst/>
          </a:prstGeom>
          <a:noFill/>
        </p:spPr>
      </p:pic>
    </p:spTree>
    <p:extLst>
      <p:ext uri="{BB962C8B-B14F-4D97-AF65-F5344CB8AC3E}">
        <p14:creationId xmlns:p14="http://schemas.microsoft.com/office/powerpoint/2010/main" val="39821010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DA563-7CD5-24FC-2B51-369FDB9CB224}"/>
              </a:ext>
            </a:extLst>
          </p:cNvPr>
          <p:cNvSpPr>
            <a:spLocks noGrp="1"/>
          </p:cNvSpPr>
          <p:nvPr>
            <p:ph type="title"/>
          </p:nvPr>
        </p:nvSpPr>
        <p:spPr>
          <a:xfrm>
            <a:off x="6931070" y="-443730"/>
            <a:ext cx="5724393" cy="1681551"/>
          </a:xfrm>
        </p:spPr>
        <p:txBody>
          <a:bodyPr anchor="b">
            <a:normAutofit/>
          </a:bodyPr>
          <a:lstStyle/>
          <a:p>
            <a:pPr algn="ctr"/>
            <a:r>
              <a:rPr lang="en-US" dirty="0"/>
              <a:t>Channel Distribution</a:t>
            </a:r>
            <a:br>
              <a:rPr lang="en-US" dirty="0"/>
            </a:br>
            <a:r>
              <a:rPr lang="en-US" dirty="0"/>
              <a:t>Overview</a:t>
            </a:r>
          </a:p>
        </p:txBody>
      </p:sp>
      <p:sp>
        <p:nvSpPr>
          <p:cNvPr id="4" name="Content Placeholder 3">
            <a:extLst>
              <a:ext uri="{FF2B5EF4-FFF2-40B4-BE49-F238E27FC236}">
                <a16:creationId xmlns:a16="http://schemas.microsoft.com/office/drawing/2014/main" id="{20720BC2-008D-D2D3-F6A9-24D69C2E389B}"/>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191500" y="2276856"/>
            <a:ext cx="3433926" cy="3785616"/>
          </a:xfrm>
        </p:spPr>
        <p:txBody>
          <a:bodyPr>
            <a:normAutofit/>
          </a:bodyPr>
          <a:lstStyle/>
          <a:p>
            <a:pPr marL="0" indent="0">
              <a:lnSpc>
                <a:spcPct val="110000"/>
              </a:lnSpc>
              <a:spcBef>
                <a:spcPts val="2500"/>
              </a:spcBef>
              <a:buNone/>
            </a:pPr>
            <a:r>
              <a:rPr lang="en-US" sz="1400" dirty="0"/>
              <a:t>The “Others” category dominates the chart, accounting for just over 40% of total records, indicating a large spread across smaller or less frequent channels.</a:t>
            </a:r>
          </a:p>
          <a:p>
            <a:pPr marL="0" indent="0">
              <a:lnSpc>
                <a:spcPct val="110000"/>
              </a:lnSpc>
              <a:spcBef>
                <a:spcPts val="2500"/>
              </a:spcBef>
              <a:buNone/>
            </a:pPr>
            <a:r>
              <a:rPr lang="en-US" sz="1400" dirty="0"/>
              <a:t>All named channels contribute similar, smaller shares (around 6–7% each), suggesting no single channel dominates by record count.</a:t>
            </a:r>
          </a:p>
          <a:p>
            <a:pPr marL="0" indent="0">
              <a:lnSpc>
                <a:spcPct val="110000"/>
              </a:lnSpc>
              <a:spcBef>
                <a:spcPts val="2500"/>
              </a:spcBef>
              <a:buNone/>
            </a:pPr>
            <a:r>
              <a:rPr lang="en-US" sz="1400" dirty="0"/>
              <a:t>Overall, the distribution reflects diverse and fragmented content consumption, rather than reliance on a few leading channels.</a:t>
            </a:r>
          </a:p>
        </p:txBody>
      </p:sp>
      <p:pic>
        <p:nvPicPr>
          <p:cNvPr id="8" name="Picture 7">
            <a:extLst>
              <a:ext uri="{FF2B5EF4-FFF2-40B4-BE49-F238E27FC236}">
                <a16:creationId xmlns:a16="http://schemas.microsoft.com/office/drawing/2014/main" id="{D3465A65-3538-0851-020C-1568709BD1D8}"/>
              </a:ext>
            </a:extLst>
          </p:cNvPr>
          <p:cNvPicPr>
            <a:picLocks noChangeAspect="1"/>
          </p:cNvPicPr>
          <p:nvPr/>
        </p:nvPicPr>
        <p:blipFill>
          <a:blip r:embed="rId3"/>
          <a:stretch>
            <a:fillRect/>
          </a:stretch>
        </p:blipFill>
        <p:spPr>
          <a:xfrm>
            <a:off x="420661" y="2164747"/>
            <a:ext cx="7159680" cy="3144601"/>
          </a:xfrm>
          <a:prstGeom prst="rect">
            <a:avLst/>
          </a:prstGeom>
        </p:spPr>
      </p:pic>
    </p:spTree>
    <p:extLst>
      <p:ext uri="{BB962C8B-B14F-4D97-AF65-F5344CB8AC3E}">
        <p14:creationId xmlns:p14="http://schemas.microsoft.com/office/powerpoint/2010/main" val="28617767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F53FB-3FA8-DAD5-5341-D402304D32A0}"/>
              </a:ext>
            </a:extLst>
          </p:cNvPr>
          <p:cNvSpPr>
            <a:spLocks noGrp="1"/>
          </p:cNvSpPr>
          <p:nvPr>
            <p:ph type="title"/>
          </p:nvPr>
        </p:nvSpPr>
        <p:spPr>
          <a:xfrm>
            <a:off x="457199" y="377072"/>
            <a:ext cx="4958078" cy="1225485"/>
          </a:xfrm>
        </p:spPr>
        <p:txBody>
          <a:bodyPr anchor="t">
            <a:normAutofit fontScale="90000"/>
          </a:bodyPr>
          <a:lstStyle/>
          <a:p>
            <a:r>
              <a:rPr lang="en-US" dirty="0"/>
              <a:t>End‑to‑End Approach: From Data to Recommendations</a:t>
            </a:r>
          </a:p>
        </p:txBody>
      </p:sp>
      <p:sp>
        <p:nvSpPr>
          <p:cNvPr id="4" name="Content Placeholder 3">
            <a:extLst>
              <a:ext uri="{FF2B5EF4-FFF2-40B4-BE49-F238E27FC236}">
                <a16:creationId xmlns:a16="http://schemas.microsoft.com/office/drawing/2014/main" id="{3E4E8E8B-95D0-2CCC-60BB-45CAC57EE435}"/>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58172" y="1"/>
            <a:ext cx="6433828" cy="6388638"/>
          </a:xfrm>
        </p:spPr>
        <p:txBody>
          <a:bodyPr>
            <a:normAutofit lnSpcReduction="10000"/>
          </a:bodyPr>
          <a:lstStyle/>
          <a:p>
            <a:pPr marL="0" indent="0">
              <a:spcBef>
                <a:spcPts val="2500"/>
              </a:spcBef>
              <a:buNone/>
            </a:pPr>
            <a:r>
              <a:rPr lang="en-US" sz="1400" b="1" dirty="0"/>
              <a:t>Step 1: Data Collection &amp; Preparation</a:t>
            </a:r>
          </a:p>
          <a:p>
            <a:pPr marL="0" lvl="1" indent="0">
              <a:buNone/>
            </a:pPr>
            <a:r>
              <a:rPr lang="en-US" sz="1400" dirty="0"/>
              <a:t>Consolidated viewership data (total seconds viewed) across channels and months.</a:t>
            </a:r>
          </a:p>
          <a:p>
            <a:pPr marL="0" lvl="1" indent="0">
              <a:buNone/>
            </a:pPr>
            <a:r>
              <a:rPr lang="en-US" sz="1400" dirty="0"/>
              <a:t>Ensured data quality by removing anomalies (e.g. negative viewing time).</a:t>
            </a:r>
          </a:p>
          <a:p>
            <a:pPr marL="0" lvl="1" indent="0">
              <a:buNone/>
            </a:pPr>
            <a:r>
              <a:rPr lang="en-US" sz="1400" dirty="0"/>
              <a:t>Created a clean, analysis‑ready dataset for consistent reporting.</a:t>
            </a:r>
          </a:p>
          <a:p>
            <a:pPr marL="0" lvl="1" indent="0">
              <a:buNone/>
            </a:pPr>
            <a:r>
              <a:rPr lang="en-US" sz="1400" b="1" dirty="0"/>
              <a:t>Step 2: Overall Viewership Analysis</a:t>
            </a:r>
          </a:p>
          <a:p>
            <a:pPr marL="0" lvl="1" indent="0">
              <a:buNone/>
            </a:pPr>
            <a:r>
              <a:rPr lang="en-US" sz="1400" dirty="0"/>
              <a:t>Analyzed total viewing time to understand overall consumption levels.</a:t>
            </a:r>
          </a:p>
          <a:p>
            <a:pPr marL="0" lvl="1" indent="0">
              <a:buNone/>
            </a:pPr>
            <a:r>
              <a:rPr lang="en-US" sz="1400" dirty="0"/>
              <a:t>Identified which channels contribute most to platform engagement.</a:t>
            </a:r>
          </a:p>
          <a:p>
            <a:pPr marL="0" lvl="1" indent="0">
              <a:buNone/>
            </a:pPr>
            <a:r>
              <a:rPr lang="en-US" sz="1400" dirty="0"/>
              <a:t>Assessed how engagement is distributed across the platform.</a:t>
            </a:r>
          </a:p>
          <a:p>
            <a:pPr marL="0" lvl="1" indent="0">
              <a:buNone/>
            </a:pPr>
            <a:r>
              <a:rPr lang="en-US" sz="1400" b="1" dirty="0"/>
              <a:t>Step 3: Channel Performance Assessment</a:t>
            </a:r>
          </a:p>
          <a:p>
            <a:pPr marL="0" lvl="1" indent="0">
              <a:buNone/>
            </a:pPr>
            <a:r>
              <a:rPr lang="en-US" sz="1400" dirty="0"/>
              <a:t>Compared channels based on their share of total seconds viewed.</a:t>
            </a:r>
          </a:p>
          <a:p>
            <a:pPr marL="0" lvl="1" indent="0">
              <a:buNone/>
            </a:pPr>
            <a:r>
              <a:rPr lang="en-US" sz="1400" dirty="0"/>
              <a:t>Identified top-performing channels (e.g. Africa Magic) as key engagement drivers.</a:t>
            </a:r>
          </a:p>
          <a:p>
            <a:pPr marL="0" lvl="1" indent="0">
              <a:buNone/>
            </a:pPr>
            <a:r>
              <a:rPr lang="en-US" sz="1400" dirty="0"/>
              <a:t>Identified lower-performing channels with growth potential.</a:t>
            </a:r>
          </a:p>
          <a:p>
            <a:pPr marL="0" lvl="1" indent="0">
              <a:buNone/>
            </a:pPr>
            <a:r>
              <a:rPr lang="en-US" sz="1400" b="1" dirty="0"/>
              <a:t>Step 4: Month‑to‑Month Trend Analysis</a:t>
            </a:r>
          </a:p>
          <a:p>
            <a:pPr marL="0" lvl="1" indent="0">
              <a:buNone/>
            </a:pPr>
            <a:r>
              <a:rPr lang="en-US" sz="1400" dirty="0"/>
              <a:t>Reviewed viewership by month to identify peaks and declines.</a:t>
            </a:r>
          </a:p>
          <a:p>
            <a:pPr marL="0" lvl="1" indent="0">
              <a:buNone/>
            </a:pPr>
            <a:r>
              <a:rPr lang="en-US" sz="1400" dirty="0"/>
              <a:t>Observed stronger performance in early months, followed by tapering.</a:t>
            </a:r>
          </a:p>
          <a:p>
            <a:pPr marL="0" lvl="1" indent="0">
              <a:buNone/>
            </a:pPr>
            <a:r>
              <a:rPr lang="en-US" sz="1400" dirty="0"/>
              <a:t>Looked for consistency rather than one‑off spikes.</a:t>
            </a:r>
          </a:p>
          <a:p>
            <a:pPr marL="0" lvl="1" indent="0">
              <a:buNone/>
            </a:pPr>
            <a:r>
              <a:rPr lang="en-US" sz="1400" b="1" dirty="0"/>
              <a:t>Step 5: Audience Consumption Behavior Review</a:t>
            </a:r>
          </a:p>
          <a:p>
            <a:pPr marL="0" lvl="1" indent="0">
              <a:buNone/>
            </a:pPr>
            <a:r>
              <a:rPr lang="en-US" sz="1400" dirty="0"/>
              <a:t>Analyzed viewing behavior patterns to understand how and when users consume content.</a:t>
            </a:r>
          </a:p>
          <a:p>
            <a:pPr marL="0" lvl="1" indent="0">
              <a:buNone/>
            </a:pPr>
            <a:r>
              <a:rPr lang="en-US" sz="1400" dirty="0"/>
              <a:t>Identified opportunities to influence engagement through timing and content placement.</a:t>
            </a:r>
          </a:p>
        </p:txBody>
      </p:sp>
      <p:pic>
        <p:nvPicPr>
          <p:cNvPr id="8" name="Picture 7">
            <a:extLst>
              <a:ext uri="{FF2B5EF4-FFF2-40B4-BE49-F238E27FC236}">
                <a16:creationId xmlns:a16="http://schemas.microsoft.com/office/drawing/2014/main" id="{8C9ABF4C-C1D4-47FE-4282-8E8D4C6A8048}"/>
              </a:ext>
            </a:extLst>
          </p:cNvPr>
          <p:cNvPicPr>
            <a:picLocks noChangeAspect="1"/>
          </p:cNvPicPr>
          <p:nvPr/>
        </p:nvPicPr>
        <p:blipFill>
          <a:blip r:embed="rId3"/>
          <a:stretch>
            <a:fillRect/>
          </a:stretch>
        </p:blipFill>
        <p:spPr>
          <a:xfrm>
            <a:off x="-848" y="2129425"/>
            <a:ext cx="5759020" cy="3430054"/>
          </a:xfrm>
          <a:prstGeom prst="rect">
            <a:avLst/>
          </a:prstGeom>
        </p:spPr>
      </p:pic>
    </p:spTree>
    <p:extLst>
      <p:ext uri="{BB962C8B-B14F-4D97-AF65-F5344CB8AC3E}">
        <p14:creationId xmlns:p14="http://schemas.microsoft.com/office/powerpoint/2010/main" val="3134844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ABCB5-035A-D5AF-B385-8A1B360709E5}"/>
              </a:ext>
            </a:extLst>
          </p:cNvPr>
          <p:cNvSpPr>
            <a:spLocks noGrp="1"/>
          </p:cNvSpPr>
          <p:nvPr>
            <p:ph type="title"/>
          </p:nvPr>
        </p:nvSpPr>
        <p:spPr>
          <a:xfrm>
            <a:off x="457200" y="275309"/>
            <a:ext cx="11277600" cy="914400"/>
          </a:xfrm>
        </p:spPr>
        <p:txBody>
          <a:bodyPr anchor="ctr">
            <a:normAutofit/>
          </a:bodyPr>
          <a:lstStyle/>
          <a:p>
            <a:r>
              <a:rPr lang="en-US" dirty="0"/>
              <a:t>Cross‑Board Strategic Recommendations for Bright TV</a:t>
            </a:r>
          </a:p>
        </p:txBody>
      </p:sp>
      <p:pic>
        <p:nvPicPr>
          <p:cNvPr id="9" name="Picture 8">
            <a:extLst>
              <a:ext uri="{FF2B5EF4-FFF2-40B4-BE49-F238E27FC236}">
                <a16:creationId xmlns:a16="http://schemas.microsoft.com/office/drawing/2014/main" id="{71BFAE7F-E5DD-F496-EEBA-CC15D415142D}"/>
              </a:ext>
            </a:extLst>
          </p:cNvPr>
          <p:cNvPicPr>
            <a:picLocks noChangeAspect="1"/>
          </p:cNvPicPr>
          <p:nvPr/>
        </p:nvPicPr>
        <p:blipFill>
          <a:blip r:embed="rId3"/>
          <a:stretch>
            <a:fillRect/>
          </a:stretch>
        </p:blipFill>
        <p:spPr>
          <a:xfrm>
            <a:off x="0" y="2040833"/>
            <a:ext cx="6118391" cy="3671035"/>
          </a:xfrm>
          <a:prstGeom prst="rect">
            <a:avLst/>
          </a:prstGeom>
          <a:noFill/>
        </p:spPr>
      </p:pic>
      <p:sp>
        <p:nvSpPr>
          <p:cNvPr id="4" name="Content Placeholder 3">
            <a:extLst>
              <a:ext uri="{FF2B5EF4-FFF2-40B4-BE49-F238E27FC236}">
                <a16:creationId xmlns:a16="http://schemas.microsoft.com/office/drawing/2014/main" id="{61F56A81-0723-309A-9E85-868357EFB498}"/>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73609" y="1365337"/>
            <a:ext cx="6118391" cy="5217353"/>
          </a:xfrm>
        </p:spPr>
        <p:txBody>
          <a:bodyPr>
            <a:normAutofit fontScale="92500"/>
          </a:bodyPr>
          <a:lstStyle/>
          <a:p>
            <a:pPr marL="0" indent="0">
              <a:lnSpc>
                <a:spcPct val="110000"/>
              </a:lnSpc>
              <a:spcBef>
                <a:spcPts val="2500"/>
              </a:spcBef>
              <a:buNone/>
            </a:pPr>
            <a:r>
              <a:rPr lang="en-US" sz="1500" b="1" dirty="0"/>
              <a:t>1. Shift from Month‑Driven to Momentum‑Driven Programming</a:t>
            </a:r>
          </a:p>
          <a:p>
            <a:pPr marL="0" lvl="1" indent="0">
              <a:lnSpc>
                <a:spcPct val="110000"/>
              </a:lnSpc>
              <a:buNone/>
            </a:pPr>
            <a:r>
              <a:rPr lang="en-US" sz="1500" dirty="0"/>
              <a:t>Plan programming and promotions in rolling cycles, not isolated monthly bursts.</a:t>
            </a:r>
          </a:p>
          <a:p>
            <a:pPr marL="0" lvl="1" indent="0">
              <a:lnSpc>
                <a:spcPct val="110000"/>
              </a:lnSpc>
              <a:buNone/>
            </a:pPr>
            <a:r>
              <a:rPr lang="en-US" sz="1500" dirty="0"/>
              <a:t>Introduce mid‑cycle content refreshes, teasers, or featured collections.</a:t>
            </a:r>
          </a:p>
          <a:p>
            <a:pPr marL="0" lvl="1" indent="0">
              <a:lnSpc>
                <a:spcPct val="110000"/>
              </a:lnSpc>
              <a:buNone/>
            </a:pPr>
            <a:r>
              <a:rPr lang="en-US" sz="1500" b="1" dirty="0"/>
              <a:t>2. Use Top Channels as Traffic Drivers for the Platform</a:t>
            </a:r>
          </a:p>
          <a:p>
            <a:pPr marL="0" lvl="1" indent="0">
              <a:lnSpc>
                <a:spcPct val="110000"/>
              </a:lnSpc>
              <a:buNone/>
            </a:pPr>
            <a:r>
              <a:rPr lang="en-US" sz="1500" dirty="0"/>
              <a:t>Leverage high‑performing channels (like Africa Magic) to cross-promote lesser‑viewed channels.</a:t>
            </a:r>
          </a:p>
          <a:p>
            <a:pPr marL="0" lvl="1" indent="0">
              <a:lnSpc>
                <a:spcPct val="110000"/>
              </a:lnSpc>
              <a:buNone/>
            </a:pPr>
            <a:r>
              <a:rPr lang="en-US" sz="1500" dirty="0"/>
              <a:t>Introduce “If you enjoyed this, try…” placements.</a:t>
            </a:r>
          </a:p>
          <a:p>
            <a:pPr marL="0" lvl="1" indent="0">
              <a:lnSpc>
                <a:spcPct val="110000"/>
              </a:lnSpc>
              <a:buNone/>
            </a:pPr>
            <a:r>
              <a:rPr lang="en-US" sz="1500" b="1" dirty="0"/>
              <a:t>3. Align Content Strategy to Time‑of‑Day Behavior</a:t>
            </a:r>
          </a:p>
          <a:p>
            <a:pPr marL="0" lvl="1" indent="0">
              <a:lnSpc>
                <a:spcPct val="110000"/>
              </a:lnSpc>
              <a:buNone/>
            </a:pPr>
            <a:r>
              <a:rPr lang="en-US" sz="1500" dirty="0"/>
              <a:t>Position short, repeatable or lighter content during daytime hours.</a:t>
            </a:r>
          </a:p>
          <a:p>
            <a:pPr marL="0" lvl="1" indent="0">
              <a:lnSpc>
                <a:spcPct val="110000"/>
              </a:lnSpc>
              <a:buNone/>
            </a:pPr>
            <a:r>
              <a:rPr lang="en-US" sz="1500" dirty="0"/>
              <a:t>Reserve premium and long‑form content for peak evening periods.</a:t>
            </a:r>
          </a:p>
          <a:p>
            <a:pPr marL="0" lvl="1" indent="0">
              <a:lnSpc>
                <a:spcPct val="110000"/>
              </a:lnSpc>
              <a:buNone/>
            </a:pPr>
            <a:r>
              <a:rPr lang="en-US" sz="1500" b="1" dirty="0"/>
              <a:t>4. Proactive Drop‑Off Prevention</a:t>
            </a:r>
          </a:p>
          <a:p>
            <a:pPr marL="0" lvl="1" indent="0">
              <a:lnSpc>
                <a:spcPct val="110000"/>
              </a:lnSpc>
              <a:buNone/>
            </a:pPr>
            <a:r>
              <a:rPr lang="en-US" sz="1500" dirty="0"/>
              <a:t>Monitor month‑over‑month declines as early warning signals.</a:t>
            </a:r>
          </a:p>
          <a:p>
            <a:pPr marL="0" lvl="1" indent="0">
              <a:lnSpc>
                <a:spcPct val="110000"/>
              </a:lnSpc>
              <a:buNone/>
            </a:pPr>
            <a:r>
              <a:rPr lang="en-US" sz="1500" dirty="0"/>
              <a:t>Trigger interventions such as featured content, push notifications, or thematic weeks when engagement dips.</a:t>
            </a:r>
          </a:p>
          <a:p>
            <a:pPr marL="0" lvl="1" indent="0">
              <a:lnSpc>
                <a:spcPct val="110000"/>
              </a:lnSpc>
              <a:buNone/>
            </a:pPr>
            <a:r>
              <a:rPr lang="en-US" sz="1500" b="1" dirty="0"/>
              <a:t>5. Make Performance Tracking Actionable</a:t>
            </a:r>
          </a:p>
          <a:p>
            <a:pPr marL="0" lvl="1" indent="0">
              <a:lnSpc>
                <a:spcPct val="110000"/>
              </a:lnSpc>
              <a:buNone/>
            </a:pPr>
            <a:r>
              <a:rPr lang="en-US" sz="1500" dirty="0"/>
              <a:t>Move beyond reporting “what happened” to tracking what is changing.</a:t>
            </a:r>
          </a:p>
          <a:p>
            <a:pPr marL="0" lvl="1" indent="0">
              <a:lnSpc>
                <a:spcPct val="110000"/>
              </a:lnSpc>
              <a:buNone/>
            </a:pPr>
            <a:r>
              <a:rPr lang="en-US" sz="1500" dirty="0"/>
              <a:t>Use dashboards to flag declining channels, months, or time slots automatically.</a:t>
            </a:r>
          </a:p>
          <a:p>
            <a:pPr marL="0" lvl="1" indent="0">
              <a:lnSpc>
                <a:spcPct val="110000"/>
              </a:lnSpc>
              <a:buNone/>
            </a:pPr>
            <a:endParaRPr lang="en-US" sz="1100" dirty="0"/>
          </a:p>
        </p:txBody>
      </p:sp>
    </p:spTree>
    <p:extLst>
      <p:ext uri="{BB962C8B-B14F-4D97-AF65-F5344CB8AC3E}">
        <p14:creationId xmlns:p14="http://schemas.microsoft.com/office/powerpoint/2010/main" val="42353942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Shoji">
  <a:themeElements>
    <a:clrScheme name="Shoji">
      <a:dk1>
        <a:srgbClr val="131313"/>
      </a:dk1>
      <a:lt1>
        <a:sysClr val="window" lastClr="FFFFFF"/>
      </a:lt1>
      <a:dk2>
        <a:srgbClr val="1D3433"/>
      </a:dk2>
      <a:lt2>
        <a:srgbClr val="F3F2ED"/>
      </a:lt2>
      <a:accent1>
        <a:srgbClr val="7C5C3E"/>
      </a:accent1>
      <a:accent2>
        <a:srgbClr val="B8A189"/>
      </a:accent2>
      <a:accent3>
        <a:srgbClr val="A1A696"/>
      </a:accent3>
      <a:accent4>
        <a:srgbClr val="566868"/>
      </a:accent4>
      <a:accent5>
        <a:srgbClr val="786F50"/>
      </a:accent5>
      <a:accent6>
        <a:srgbClr val="A9A375"/>
      </a:accent6>
      <a:hlink>
        <a:srgbClr val="B1785F"/>
      </a:hlink>
      <a:folHlink>
        <a:srgbClr val="6C7F7F"/>
      </a:folHlink>
    </a:clrScheme>
    <a:fontScheme name="Custom 35">
      <a:majorFont>
        <a:latin typeface="Walbaum Display"/>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hoji" id="{EBD40D9C-CA72-493B-87C2-C0EB162C667E}" vid="{D0940FF3-4015-4C8A-9B90-9961EFA3BC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2732</Words>
  <Application>Microsoft Office PowerPoint</Application>
  <PresentationFormat>Widescreen</PresentationFormat>
  <Paragraphs>101</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 Light</vt:lpstr>
      <vt:lpstr>Arial</vt:lpstr>
      <vt:lpstr>Calibri</vt:lpstr>
      <vt:lpstr>Walbaum Display</vt:lpstr>
      <vt:lpstr>Shoji</vt:lpstr>
      <vt:lpstr>BrightTV Viewership Analytics and Growth Recommendations</vt:lpstr>
      <vt:lpstr>BrightTV Viewership Analytics Overview and CEO Growth Objective</vt:lpstr>
      <vt:lpstr>Viewership and User Profile Data Sources</vt:lpstr>
      <vt:lpstr>Key User Behaviour and Viewing Patterns</vt:lpstr>
      <vt:lpstr>Peak and Low Viewership Periods</vt:lpstr>
      <vt:lpstr>Inland Provinces Viewership Insights</vt:lpstr>
      <vt:lpstr>Channel Distribution Overview</vt:lpstr>
      <vt:lpstr>End‑to‑End Approach: From Data to Recommendations</vt:lpstr>
      <vt:lpstr>Cross‑Board Strategic Recommendations for Bright TV</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LesegoP@firsttech.co.za</dc:creator>
  <cp:lastModifiedBy>Lesego Putsoa</cp:lastModifiedBy>
  <cp:revision>5</cp:revision>
  <dcterms:modified xsi:type="dcterms:W3CDTF">2026-04-15T11:11:41Z</dcterms:modified>
</cp:coreProperties>
</file>